
<file path=[Content_Types].xml><?xml version="1.0" encoding="utf-8"?>
<Types xmlns="http://schemas.openxmlformats.org/package/2006/content-types">
  <Default Extension="jpeg" ContentType="image/jpeg"/>
  <Default Extension="JPG" ContentType="image/.jpg"/>
  <Default Extension="png" ContentType="image/png"/>
  <Default Extension="rels" ContentType="application/vnd.openxmlformats-package.relationships+xml"/>
  <Default Extension="xml" ContentType="application/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Masters/slideMaster1.xml" ContentType="application/vnd.openxmlformats-officedocument.presentationml.slideMaster+xml"/>
  <Override PartName="/ppt/theme/theme1.xml" ContentType="application/vnd.openxmlformats-officedocument.theme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Masters/slideMaster2.xml" ContentType="application/vnd.openxmlformats-officedocument.presentationml.slideMaster+xml"/>
  <Override PartName="/ppt/theme/theme2.xml" ContentType="application/vnd.openxmlformats-officedocument.theme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  <Override PartName="/ppt/slides/slide13.xml" ContentType="application/vnd.openxmlformats-officedocument.presentationml.slide+xml"/>
  <Override PartName="/ppt/notesSlides/notesSlide13.xml" ContentType="application/vnd.openxmlformats-officedocument.presentationml.notesSlide+xml"/>
  <Override PartName="/ppt/slides/slide14.xml" ContentType="application/vnd.openxmlformats-officedocument.presentationml.slide+xml"/>
  <Override PartName="/ppt/notesSlides/notesSlide14.xml" ContentType="application/vnd.openxmlformats-officedocument.presentationml.notesSlide+xml"/>
  <Override PartName="/ppt/slides/slide15.xml" ContentType="application/vnd.openxmlformats-officedocument.presentationml.slide+xml"/>
  <Override PartName="/ppt/notesSlides/notesSlide15.xml" ContentType="application/vnd.openxmlformats-officedocument.presentationml.notesSlide+xml"/>
  <Override PartName="/ppt/slides/slide16.xml" ContentType="application/vnd.openxmlformats-officedocument.presentationml.slide+xml"/>
  <Override PartName="/ppt/notesSlides/notesSlide16.xml" ContentType="application/vnd.openxmlformats-officedocument.presentationml.notesSlide+xml"/>
  <Override PartName="/ppt/slides/slide17.xml" ContentType="application/vnd.openxmlformats-officedocument.presentationml.slide+xml"/>
  <Override PartName="/ppt/notesSlides/notesSlide17.xml" ContentType="application/vnd.openxmlformats-officedocument.presentationml.notesSlide+xml"/>
  <Override PartName="/ppt/slides/slide18.xml" ContentType="application/vnd.openxmlformats-officedocument.presentationml.slide+xml"/>
  <Override PartName="/ppt/notesSlides/notesSlide18.xml" ContentType="application/vnd.openxmlformats-officedocument.presentationml.notesSlide+xml"/>
  <Override PartName="/ppt/slides/slide19.xml" ContentType="application/vnd.openxmlformats-officedocument.presentationml.slide+xml"/>
  <Override PartName="/ppt/notesSlides/notesSlide19.xml" ContentType="application/vnd.openxmlformats-officedocument.presentationml.notesSlide+xml"/>
  <Override PartName="/ppt/slides/slide20.xml" ContentType="application/vnd.openxmlformats-officedocument.presentationml.slide+xml"/>
  <Override PartName="/ppt/notesSlides/notesSlide20.xml" ContentType="application/vnd.openxmlformats-officedocument.presentationml.notesSlide+xml"/>
  <Override PartName="/ppt/slides/slide21.xml" ContentType="application/vnd.openxmlformats-officedocument.presentationml.slide+xml"/>
  <Override PartName="/ppt/notesSlides/notesSlide21.xml" ContentType="application/vnd.openxmlformats-officedocument.presentationml.notesSlide+xml"/>
  <Override PartName="/ppt/slides/slide22.xml" ContentType="application/vnd.openxmlformats-officedocument.presentationml.slide+xml"/>
  <Override PartName="/ppt/notesSlides/notesSlide22.xml" ContentType="application/vnd.openxmlformats-officedocument.presentationml.notesSlide+xml"/>
  <Override PartName="/ppt/slides/slide23.xml" ContentType="application/vnd.openxmlformats-officedocument.presentationml.slide+xml"/>
  <Override PartName="/ppt/notesSlides/notesSlide23.xml" ContentType="application/vnd.openxmlformats-officedocument.presentationml.notesSlide+xml"/>
  <Override PartName="/ppt/slides/slide24.xml" ContentType="application/vnd.openxmlformats-officedocument.presentationml.slide+xml"/>
  <Override PartName="/ppt/notesSlides/notesSlide24.xml" ContentType="application/vnd.openxmlformats-officedocument.presentationml.notesSlide+xml"/>
  <Override PartName="/ppt/notesMasters/notesMaster1.xml" ContentType="application/vnd.openxmlformats-officedocument.presentationml.notesMaster+xml"/>
  <Override PartName="/ppt/theme/theme3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ppt/commentAuthors.xml" ContentType="application/vnd.openxmlformats-officedocument.presentationml.commentAuthors+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  <p:sldMasterId id="2147483660" r:id="rId3"/>
  </p:sldMasterIdLst>
  <p:notesMasterIdLst>
    <p:notesMasterId r:id="rId5"/>
  </p:notesMasterIdLst>
  <p:sldIdLst>
    <p:sldId id="256" r:id="rId4"/>
    <p:sldId id="259" r:id="rId6"/>
    <p:sldId id="785" r:id="rId7"/>
    <p:sldId id="774" r:id="rId8"/>
    <p:sldId id="775" r:id="rId9"/>
    <p:sldId id="776" r:id="rId10"/>
    <p:sldId id="777" r:id="rId11"/>
    <p:sldId id="786" r:id="rId12"/>
    <p:sldId id="778" r:id="rId13"/>
    <p:sldId id="779" r:id="rId14"/>
    <p:sldId id="780" r:id="rId15"/>
    <p:sldId id="787" r:id="rId16"/>
    <p:sldId id="788" r:id="rId17"/>
    <p:sldId id="789" r:id="rId18"/>
    <p:sldId id="794" r:id="rId19"/>
    <p:sldId id="790" r:id="rId20"/>
    <p:sldId id="791" r:id="rId21"/>
    <p:sldId id="792" r:id="rId22"/>
    <p:sldId id="793" r:id="rId23"/>
    <p:sldId id="782" r:id="rId24"/>
    <p:sldId id="783" r:id="rId25"/>
    <p:sldId id="784" r:id="rId26"/>
    <p:sldId id="752" r:id="rId27"/>
    <p:sldId id="692" r:id="rId28"/>
  </p:sldIdLst>
  <p:sldSz cx="9144000" cy="6858000" type="screen4x3"/>
  <p:notesSz cx="6858000" cy="9144000"/>
  <p:defaultTextStyle>
    <a:defPPr>
      <a:defRPr lang="en-GB"/>
    </a:defPPr>
    <a:lvl1pPr marL="0" lvl="0" indent="0" algn="l" defTabSz="457200" rtl="0" eaLnBrk="1" fontAlgn="base" latinLnBrk="0" hangingPunct="1">
      <a:lnSpc>
        <a:spcPct val="100000"/>
      </a:lnSpc>
      <a:spcBef>
        <a:spcPct val="0"/>
      </a:spcBef>
      <a:spcAft>
        <a:spcPct val="0"/>
      </a:spcAft>
      <a:buSzPct val="100000"/>
      <a:buFont typeface="Times New Roman" panose="02020603050405020304" pitchFamily="16" charset="0"/>
      <a:buNone/>
      <a:defRPr b="0" i="0" u="none" kern="1200" baseline="0">
        <a:solidFill>
          <a:schemeClr val="bg1"/>
        </a:solidFill>
        <a:latin typeface="Arial" panose="020B0604020202020204" pitchFamily="34" charset="0"/>
        <a:ea typeface="Microsoft YaHei" panose="020B0503020204020204" charset="-122"/>
        <a:cs typeface="+mn-cs"/>
      </a:defRPr>
    </a:lvl1pPr>
    <a:lvl2pPr marL="742950" lvl="1" indent="-285750" algn="l" defTabSz="457200" rtl="0" eaLnBrk="1" fontAlgn="base" latinLnBrk="0" hangingPunct="1">
      <a:lnSpc>
        <a:spcPct val="100000"/>
      </a:lnSpc>
      <a:spcBef>
        <a:spcPct val="0"/>
      </a:spcBef>
      <a:spcAft>
        <a:spcPct val="0"/>
      </a:spcAft>
      <a:buSzPct val="100000"/>
      <a:buFont typeface="Times New Roman" panose="02020603050405020304" pitchFamily="16" charset="0"/>
      <a:buNone/>
      <a:defRPr sz="1800" b="0" i="0" u="none" kern="1200" baseline="0">
        <a:solidFill>
          <a:srgbClr val="000000"/>
        </a:solidFill>
        <a:latin typeface="Arial" panose="020B0604020202020204" pitchFamily="34" charset="0"/>
        <a:ea typeface="Microsoft YaHei" panose="020B0503020204020204" charset="-122"/>
        <a:cs typeface="+mn-cs"/>
      </a:defRPr>
    </a:lvl2pPr>
    <a:lvl3pPr marL="1143000" lvl="2" indent="-228600" algn="l" defTabSz="457200" rtl="0" eaLnBrk="1" fontAlgn="base" latinLnBrk="0" hangingPunct="1">
      <a:lnSpc>
        <a:spcPct val="100000"/>
      </a:lnSpc>
      <a:spcBef>
        <a:spcPct val="0"/>
      </a:spcBef>
      <a:spcAft>
        <a:spcPct val="0"/>
      </a:spcAft>
      <a:buSzPct val="100000"/>
      <a:buFont typeface="Times New Roman" panose="02020603050405020304" pitchFamily="16" charset="0"/>
      <a:buNone/>
      <a:defRPr sz="1800" b="0" i="0" u="none" kern="1200" baseline="0">
        <a:solidFill>
          <a:srgbClr val="000000"/>
        </a:solidFill>
        <a:latin typeface="Arial" panose="020B0604020202020204" pitchFamily="34" charset="0"/>
        <a:ea typeface="Microsoft YaHei" panose="020B0503020204020204" charset="-122"/>
        <a:cs typeface="+mn-cs"/>
      </a:defRPr>
    </a:lvl3pPr>
    <a:lvl4pPr marL="1600200" lvl="3" indent="-228600" algn="l" defTabSz="457200" rtl="0" eaLnBrk="1" fontAlgn="base" latinLnBrk="0" hangingPunct="1">
      <a:lnSpc>
        <a:spcPct val="100000"/>
      </a:lnSpc>
      <a:spcBef>
        <a:spcPct val="0"/>
      </a:spcBef>
      <a:spcAft>
        <a:spcPct val="0"/>
      </a:spcAft>
      <a:buSzPct val="100000"/>
      <a:buFont typeface="Times New Roman" panose="02020603050405020304" pitchFamily="16" charset="0"/>
      <a:buNone/>
      <a:defRPr sz="1800" b="0" i="0" u="none" kern="1200" baseline="0">
        <a:solidFill>
          <a:srgbClr val="000000"/>
        </a:solidFill>
        <a:latin typeface="Arial" panose="020B0604020202020204" pitchFamily="34" charset="0"/>
        <a:ea typeface="Microsoft YaHei" panose="020B0503020204020204" charset="-122"/>
        <a:cs typeface="+mn-cs"/>
      </a:defRPr>
    </a:lvl4pPr>
    <a:lvl5pPr marL="2057400" lvl="4" indent="-228600" algn="l" defTabSz="457200" rtl="0" eaLnBrk="1" fontAlgn="base" latinLnBrk="0" hangingPunct="1">
      <a:lnSpc>
        <a:spcPct val="100000"/>
      </a:lnSpc>
      <a:spcBef>
        <a:spcPct val="0"/>
      </a:spcBef>
      <a:spcAft>
        <a:spcPct val="0"/>
      </a:spcAft>
      <a:buSzPct val="100000"/>
      <a:buFont typeface="Times New Roman" panose="02020603050405020304" pitchFamily="16" charset="0"/>
      <a:buNone/>
      <a:defRPr sz="1800" b="0" i="0" u="none" kern="1200" baseline="0">
        <a:solidFill>
          <a:srgbClr val="000000"/>
        </a:solidFill>
        <a:latin typeface="Arial" panose="020B0604020202020204" pitchFamily="34" charset="0"/>
        <a:ea typeface="Microsoft YaHei" panose="020B0503020204020204" charset="-122"/>
        <a:cs typeface="+mn-cs"/>
      </a:defRPr>
    </a:lvl5pPr>
    <a:lvl6pPr marL="2286000" lvl="5" indent="-228600" algn="l" defTabSz="457200" rtl="0" eaLnBrk="1" fontAlgn="base" latinLnBrk="0" hangingPunct="1">
      <a:lnSpc>
        <a:spcPct val="100000"/>
      </a:lnSpc>
      <a:spcBef>
        <a:spcPct val="0"/>
      </a:spcBef>
      <a:spcAft>
        <a:spcPct val="0"/>
      </a:spcAft>
      <a:buSzPct val="100000"/>
      <a:buFont typeface="Times New Roman" panose="02020603050405020304" pitchFamily="16" charset="0"/>
      <a:buNone/>
      <a:defRPr sz="1800" b="0" i="0" u="none" kern="1200" baseline="0">
        <a:solidFill>
          <a:srgbClr val="000000"/>
        </a:solidFill>
        <a:latin typeface="Arial" panose="020B0604020202020204" pitchFamily="34" charset="0"/>
        <a:ea typeface="Microsoft YaHei" panose="020B0503020204020204" charset="-122"/>
        <a:cs typeface="+mn-cs"/>
      </a:defRPr>
    </a:lvl6pPr>
    <a:lvl7pPr marL="2743200" lvl="6" indent="-228600" algn="l" defTabSz="457200" rtl="0" eaLnBrk="1" fontAlgn="base" latinLnBrk="0" hangingPunct="1">
      <a:lnSpc>
        <a:spcPct val="100000"/>
      </a:lnSpc>
      <a:spcBef>
        <a:spcPct val="0"/>
      </a:spcBef>
      <a:spcAft>
        <a:spcPct val="0"/>
      </a:spcAft>
      <a:buSzPct val="100000"/>
      <a:buFont typeface="Times New Roman" panose="02020603050405020304" pitchFamily="16" charset="0"/>
      <a:buNone/>
      <a:defRPr sz="1800" b="0" i="0" u="none" kern="1200" baseline="0">
        <a:solidFill>
          <a:srgbClr val="000000"/>
        </a:solidFill>
        <a:latin typeface="Arial" panose="020B0604020202020204" pitchFamily="34" charset="0"/>
        <a:ea typeface="Microsoft YaHei" panose="020B0503020204020204" charset="-122"/>
        <a:cs typeface="+mn-cs"/>
      </a:defRPr>
    </a:lvl7pPr>
    <a:lvl8pPr marL="3200400" lvl="7" indent="-228600" algn="l" defTabSz="457200" rtl="0" eaLnBrk="1" fontAlgn="base" latinLnBrk="0" hangingPunct="1">
      <a:lnSpc>
        <a:spcPct val="100000"/>
      </a:lnSpc>
      <a:spcBef>
        <a:spcPct val="0"/>
      </a:spcBef>
      <a:spcAft>
        <a:spcPct val="0"/>
      </a:spcAft>
      <a:buSzPct val="100000"/>
      <a:buFont typeface="Times New Roman" panose="02020603050405020304" pitchFamily="16" charset="0"/>
      <a:buNone/>
      <a:defRPr sz="1800" b="0" i="0" u="none" kern="1200" baseline="0">
        <a:solidFill>
          <a:srgbClr val="000000"/>
        </a:solidFill>
        <a:latin typeface="Arial" panose="020B0604020202020204" pitchFamily="34" charset="0"/>
        <a:ea typeface="Microsoft YaHei" panose="020B0503020204020204" charset="-122"/>
        <a:cs typeface="+mn-cs"/>
      </a:defRPr>
    </a:lvl8pPr>
    <a:lvl9pPr marL="3657600" lvl="8" indent="-228600" algn="l" defTabSz="457200" rtl="0" eaLnBrk="1" fontAlgn="base" latinLnBrk="0" hangingPunct="1">
      <a:lnSpc>
        <a:spcPct val="100000"/>
      </a:lnSpc>
      <a:spcBef>
        <a:spcPct val="0"/>
      </a:spcBef>
      <a:spcAft>
        <a:spcPct val="0"/>
      </a:spcAft>
      <a:buSzPct val="100000"/>
      <a:buFont typeface="Times New Roman" panose="02020603050405020304" pitchFamily="16" charset="0"/>
      <a:buNone/>
      <a:defRPr sz="1800" b="0" i="0" u="none" kern="1200" baseline="0">
        <a:solidFill>
          <a:srgbClr val="000000"/>
        </a:solidFill>
        <a:latin typeface="Arial" panose="020B0604020202020204" pitchFamily="34" charset="0"/>
        <a:ea typeface="Microsoft YaHei" panose="020B0503020204020204" charset="-122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2908" userDrawn="1">
          <p15:clr>
            <a:srgbClr val="A4A3A4"/>
          </p15:clr>
        </p15:guide>
      </p15:sldGuideLst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Alex" initials="A" lastIdx="0" clrIdx="0"/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schemeClr val="tx1"/>
    </p:penClr>
    <p:extLs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showOutlineIcons="0">
    <p:restoredLeft sz="15620"/>
    <p:restoredTop sz="94660"/>
  </p:normalViewPr>
  <p:slideViewPr>
    <p:cSldViewPr showGuides="1">
      <p:cViewPr varScale="1">
        <p:scale>
          <a:sx n="85" d="100"/>
          <a:sy n="85" d="100"/>
        </p:scale>
        <p:origin x="-780" y="-84"/>
      </p:cViewPr>
      <p:guideLst>
        <p:guide orient="horz" pos="2160"/>
        <p:guide pos="2908"/>
      </p:guideLst>
    </p:cSldViewPr>
  </p:slideViewPr>
  <p:outlineViewPr>
    <p:cViewPr varScale="1">
      <p:scale>
        <a:sx n="170" d="200"/>
        <a:sy n="170" d="200"/>
      </p:scale>
      <p:origin x="-780" y="-84"/>
    </p:cViewPr>
  </p:outlineViewPr>
  <p:gridSpacing cx="45004" cy="45004"/>
</p:viewPr>
</file>

<file path=ppt/_rels/presentation.xml.rels><?xml version="1.0" encoding="UTF-8" standalone="yes"?>
<Relationships xmlns="http://schemas.openxmlformats.org/package/2006/relationships"><Relationship Id="rId26" Type="http://schemas.openxmlformats.org/officeDocument/2006/relationships/slide" Target="slides/slide22.xml"/><Relationship Id="rId18" Type="http://schemas.openxmlformats.org/officeDocument/2006/relationships/slide" Target="slides/slide14.xml"/><Relationship Id="rId13" Type="http://schemas.openxmlformats.org/officeDocument/2006/relationships/slide" Target="slides/slide9.xml"/><Relationship Id="rId3" Type="http://schemas.openxmlformats.org/officeDocument/2006/relationships/slideMaster" Target="slideMasters/slideMaster2.xml"/><Relationship Id="rId21" Type="http://schemas.openxmlformats.org/officeDocument/2006/relationships/slide" Target="slides/slide17.xml"/><Relationship Id="rId34" Type="http://schemas.openxmlformats.org/officeDocument/2006/relationships/customXml" Target="../customXml/item2.xml"/><Relationship Id="rId7" Type="http://schemas.openxmlformats.org/officeDocument/2006/relationships/slide" Target="slides/slide3.xml"/><Relationship Id="rId25" Type="http://schemas.openxmlformats.org/officeDocument/2006/relationships/slide" Target="slides/slide21.xml"/><Relationship Id="rId17" Type="http://schemas.openxmlformats.org/officeDocument/2006/relationships/slide" Target="slides/slide13.xml"/><Relationship Id="rId12" Type="http://schemas.openxmlformats.org/officeDocument/2006/relationships/slide" Target="slides/slide8.xml"/><Relationship Id="rId33" Type="http://schemas.openxmlformats.org/officeDocument/2006/relationships/customXml" Target="../customXml/item1.xml"/><Relationship Id="rId29" Type="http://schemas.openxmlformats.org/officeDocument/2006/relationships/presProps" Target="presProps.xml"/><Relationship Id="rId20" Type="http://schemas.openxmlformats.org/officeDocument/2006/relationships/slide" Target="slides/slide16.xml"/><Relationship Id="rId2" Type="http://schemas.openxmlformats.org/officeDocument/2006/relationships/theme" Target="theme/theme1.xml"/><Relationship Id="rId16" Type="http://schemas.openxmlformats.org/officeDocument/2006/relationships/slide" Target="slides/slide12.xml"/><Relationship Id="rId6" Type="http://schemas.openxmlformats.org/officeDocument/2006/relationships/slide" Target="slides/slide2.xml"/><Relationship Id="rId32" Type="http://schemas.openxmlformats.org/officeDocument/2006/relationships/commentAuthors" Target="commentAuthors.xml"/><Relationship Id="rId24" Type="http://schemas.openxmlformats.org/officeDocument/2006/relationships/slide" Target="slides/slide20.xml"/><Relationship Id="rId11" Type="http://schemas.openxmlformats.org/officeDocument/2006/relationships/slide" Target="slides/slide7.xml"/><Relationship Id="rId1" Type="http://schemas.openxmlformats.org/officeDocument/2006/relationships/slideMaster" Target="slideMasters/slideMaster1.xml"/><Relationship Id="rId5" Type="http://schemas.openxmlformats.org/officeDocument/2006/relationships/notesMaster" Target="notesMasters/notesMaster1.xml"/><Relationship Id="rId28" Type="http://schemas.openxmlformats.org/officeDocument/2006/relationships/slide" Target="slides/slide24.xml"/><Relationship Id="rId23" Type="http://schemas.openxmlformats.org/officeDocument/2006/relationships/slide" Target="slides/slide19.xml"/><Relationship Id="rId15" Type="http://schemas.openxmlformats.org/officeDocument/2006/relationships/slide" Target="slides/slide11.xml"/><Relationship Id="rId31" Type="http://schemas.openxmlformats.org/officeDocument/2006/relationships/tableStyles" Target="tableStyles.xml"/><Relationship Id="rId19" Type="http://schemas.openxmlformats.org/officeDocument/2006/relationships/slide" Target="slides/slide15.xml"/><Relationship Id="rId10" Type="http://schemas.openxmlformats.org/officeDocument/2006/relationships/slide" Target="slides/slide6.xml"/><Relationship Id="rId9" Type="http://schemas.openxmlformats.org/officeDocument/2006/relationships/slide" Target="slides/slide5.xml"/><Relationship Id="rId4" Type="http://schemas.openxmlformats.org/officeDocument/2006/relationships/slide" Target="slides/slide1.xml"/><Relationship Id="rId30" Type="http://schemas.openxmlformats.org/officeDocument/2006/relationships/viewProps" Target="viewProps.xml"/><Relationship Id="rId27" Type="http://schemas.openxmlformats.org/officeDocument/2006/relationships/slide" Target="slides/slide23.xml"/><Relationship Id="rId22" Type="http://schemas.openxmlformats.org/officeDocument/2006/relationships/slide" Target="slides/slide18.xml"/><Relationship Id="rId14" Type="http://schemas.openxmlformats.org/officeDocument/2006/relationships/slide" Target="slides/slide10.xml"/><Relationship Id="rId35" Type="http://schemas.openxmlformats.org/officeDocument/2006/relationships/customXml" Target="../customXml/item3.xml"/><Relationship Id="rId8" Type="http://schemas.openxmlformats.org/officeDocument/2006/relationships/slide" Target="slides/slide4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3074" name="Rounded Rectangle 3072"/>
          <p:cNvSpPr/>
          <p:nvPr/>
        </p:nvSpPr>
        <p:spPr>
          <a:xfrm>
            <a:off x="0" y="0"/>
            <a:ext cx="6858000" cy="9144000"/>
          </a:xfrm>
          <a:prstGeom prst="roundRect">
            <a:avLst>
              <a:gd name="adj" fmla="val 23"/>
            </a:avLst>
          </a:prstGeom>
          <a:solidFill>
            <a:srgbClr val="FFFFFF"/>
          </a:solidFill>
          <a:ln w="9360">
            <a:noFill/>
          </a:ln>
        </p:spPr>
        <p:txBody>
          <a:bodyPr anchor="t" anchorCtr="0"/>
          <a:p>
            <a:pPr lvl="0"/>
            <a:endParaRPr lang="en-US" altLang="zh-CN"/>
          </a:p>
        </p:txBody>
      </p:sp>
      <p:sp>
        <p:nvSpPr>
          <p:cNvPr id="3075" name="Rounded Rectangle 3073"/>
          <p:cNvSpPr/>
          <p:nvPr/>
        </p:nvSpPr>
        <p:spPr>
          <a:xfrm>
            <a:off x="0" y="0"/>
            <a:ext cx="6858000" cy="9144000"/>
          </a:xfrm>
          <a:prstGeom prst="roundRect">
            <a:avLst>
              <a:gd name="adj" fmla="val 23"/>
            </a:avLst>
          </a:prstGeom>
          <a:solidFill>
            <a:srgbClr val="FFFFFF"/>
          </a:solidFill>
          <a:ln w="9525">
            <a:noFill/>
          </a:ln>
        </p:spPr>
        <p:txBody>
          <a:bodyPr anchor="t" anchorCtr="0"/>
          <a:p>
            <a:pPr lvl="0"/>
            <a:endParaRPr lang="en-US" altLang="zh-CN"/>
          </a:p>
        </p:txBody>
      </p:sp>
      <p:sp>
        <p:nvSpPr>
          <p:cNvPr id="3076" name="Text Box 3074"/>
          <p:cNvSpPr txBox="1"/>
          <p:nvPr/>
        </p:nvSpPr>
        <p:spPr>
          <a:xfrm>
            <a:off x="0" y="0"/>
            <a:ext cx="2971800" cy="457200"/>
          </a:xfrm>
          <a:prstGeom prst="rect">
            <a:avLst/>
          </a:prstGeom>
          <a:noFill/>
          <a:ln w="9525">
            <a:noFill/>
          </a:ln>
        </p:spPr>
        <p:txBody>
          <a:bodyPr anchor="t" anchorCtr="0"/>
          <a:p>
            <a:pPr lvl="0"/>
            <a:endParaRPr lang="en-US" altLang="zh-CN"/>
          </a:p>
        </p:txBody>
      </p:sp>
      <p:sp>
        <p:nvSpPr>
          <p:cNvPr id="3077" name="Text Box 3075"/>
          <p:cNvSpPr txBox="1"/>
          <p:nvPr/>
        </p:nvSpPr>
        <p:spPr>
          <a:xfrm>
            <a:off x="3884613" y="0"/>
            <a:ext cx="2971800" cy="457200"/>
          </a:xfrm>
          <a:prstGeom prst="rect">
            <a:avLst/>
          </a:prstGeom>
          <a:noFill/>
          <a:ln w="9525">
            <a:noFill/>
          </a:ln>
        </p:spPr>
        <p:txBody>
          <a:bodyPr anchor="t" anchorCtr="0"/>
          <a:p>
            <a:pPr lvl="0"/>
            <a:endParaRPr lang="en-US" altLang="zh-CN"/>
          </a:p>
        </p:txBody>
      </p:sp>
      <p:sp>
        <p:nvSpPr>
          <p:cNvPr id="3078" name="Slide Image Placeholder 3076"/>
          <p:cNvSpPr>
            <a:spLocks noGrp="1"/>
          </p:cNvSpPr>
          <p:nvPr>
            <p:ph type="sldImg"/>
          </p:nvPr>
        </p:nvSpPr>
        <p:spPr>
          <a:xfrm>
            <a:off x="1143000" y="685800"/>
            <a:ext cx="4568825" cy="3425825"/>
          </a:xfrm>
          <a:prstGeom prst="rect">
            <a:avLst/>
          </a:prstGeom>
          <a:noFill/>
          <a:ln w="9360" cap="sq" cmpd="sng">
            <a:solidFill>
              <a:srgbClr val="000000"/>
            </a:solidFill>
            <a:prstDash val="solid"/>
            <a:miter/>
            <a:headEnd type="none" w="med" len="med"/>
            <a:tailEnd type="none" w="med" len="med"/>
          </a:ln>
        </p:spPr>
      </p:sp>
      <p:sp>
        <p:nvSpPr>
          <p:cNvPr id="3079" name="Text Placeholder 3077"/>
          <p:cNvSpPr>
            <a:spLocks noGrp="1"/>
          </p:cNvSpPr>
          <p:nvPr>
            <p:ph type="body"/>
          </p:nvPr>
        </p:nvSpPr>
        <p:spPr>
          <a:xfrm>
            <a:off x="685800" y="4343400"/>
            <a:ext cx="5483225" cy="4111625"/>
          </a:xfrm>
          <a:prstGeom prst="rect">
            <a:avLst/>
          </a:prstGeom>
          <a:noFill/>
          <a:ln w="9525">
            <a:noFill/>
          </a:ln>
        </p:spPr>
        <p:txBody>
          <a:bodyPr wrap="square" lIns="90000" tIns="46800" rIns="90000" bIns="46800" anchor="t" anchorCtr="0"/>
          <a:p>
            <a:pPr lvl="0"/>
            <a:endParaRPr lang="en-GB" altLang="en-US"/>
          </a:p>
        </p:txBody>
      </p:sp>
      <p:sp>
        <p:nvSpPr>
          <p:cNvPr id="3080" name="Text Box 3078"/>
          <p:cNvSpPr txBox="1"/>
          <p:nvPr/>
        </p:nvSpPr>
        <p:spPr>
          <a:xfrm>
            <a:off x="0" y="8685213"/>
            <a:ext cx="2971800" cy="457200"/>
          </a:xfrm>
          <a:prstGeom prst="rect">
            <a:avLst/>
          </a:prstGeom>
          <a:noFill/>
          <a:ln w="9525">
            <a:noFill/>
          </a:ln>
        </p:spPr>
        <p:txBody>
          <a:bodyPr anchor="t" anchorCtr="0"/>
          <a:p>
            <a:pPr lvl="0"/>
            <a:endParaRPr lang="en-US" altLang="zh-CN"/>
          </a:p>
        </p:txBody>
      </p:sp>
      <p:sp>
        <p:nvSpPr>
          <p:cNvPr id="2" name="Slide Number Placeholder 3079"/>
          <p:cNvSpPr>
            <a:spLocks noGrp="1"/>
          </p:cNvSpPr>
          <p:nvPr>
            <p:ph type="sldNum"/>
          </p:nvPr>
        </p:nvSpPr>
        <p:spPr>
          <a:xfrm>
            <a:off x="3884613" y="8685213"/>
            <a:ext cx="2968625" cy="454025"/>
          </a:xfrm>
          <a:prstGeom prst="rect">
            <a:avLst/>
          </a:prstGeom>
          <a:noFill/>
          <a:ln w="9525">
            <a:noFill/>
          </a:ln>
        </p:spPr>
        <p:txBody>
          <a:bodyPr wrap="square" lIns="90000" tIns="46800" rIns="90000" bIns="46800" anchor="b" anchorCtr="0"/>
          <a:p>
            <a:pPr marL="215900" lvl="0" indent="-213995" algn="r" defTabSz="457200" eaLnBrk="1" fontAlgn="base" hangingPunct="1">
              <a:lnSpc>
                <a:spcPct val="100000"/>
              </a:lnSpc>
              <a:buClrTx/>
              <a:buSzPct val="45000"/>
              <a:buFontTx/>
              <a:buNone/>
              <a:tabLst>
                <a:tab pos="723900" algn="l"/>
                <a:tab pos="1447800" algn="l"/>
                <a:tab pos="2171700" algn="l"/>
                <a:tab pos="2895600" algn="l"/>
              </a:tabLst>
            </a:pPr>
            <a:fld id="{9A0DB2DC-4C9A-4742-B13C-FB6460FD3503}" type="slidenum">
              <a:rPr lang="ru-RU" altLang="x-none" sz="1200" strike="noStrike" noProof="1" dirty="0" err="1">
                <a:latin typeface="Times New Roman" panose="02020603050405020304" pitchFamily="16" charset="0"/>
                <a:ea typeface="Arial Unicode MS" charset="-122"/>
                <a:cs typeface="+mn-cs"/>
              </a:rPr>
            </a:fld>
            <a:endParaRPr lang="ru-RU" altLang="x-none" sz="1200" strike="noStrike" noProof="1" dirty="0" err="1">
              <a:latin typeface="Times New Roman" panose="02020603050405020304" pitchFamily="16" charset="0"/>
              <a:ea typeface="Arial Unicode MS" charset="-122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hf sldNum="0" hdr="0" ftr="0" dt="0"/>
  <p:notesStyle>
    <a:lvl1pPr marL="0" lvl="0" indent="0" algn="l" defTabSz="457200" rtl="0" eaLnBrk="0" fontAlgn="base" latinLnBrk="0" hangingPunct="0">
      <a:lnSpc>
        <a:spcPct val="100000"/>
      </a:lnSpc>
      <a:spcBef>
        <a:spcPct val="30000"/>
      </a:spcBef>
      <a:spcAft>
        <a:spcPct val="0"/>
      </a:spcAft>
      <a:buClr>
        <a:srgbClr val="000000"/>
      </a:buClr>
      <a:buSzPct val="100000"/>
      <a:buFont typeface="Times New Roman" panose="02020603050405020304" pitchFamily="16" charset="0"/>
      <a:buNone/>
      <a:defRPr sz="1200" b="0" i="0" u="none" kern="1200" baseline="0">
        <a:solidFill>
          <a:srgbClr val="000000"/>
        </a:solidFill>
        <a:latin typeface="Times New Roman" panose="02020603050405020304" pitchFamily="16" charset="0"/>
      </a:defRPr>
    </a:lvl1pPr>
    <a:lvl2pPr marL="742950" lvl="1" indent="-285750" algn="l" defTabSz="457200" rtl="0" eaLnBrk="0" fontAlgn="base" latinLnBrk="0" hangingPunct="0">
      <a:lnSpc>
        <a:spcPct val="100000"/>
      </a:lnSpc>
      <a:spcBef>
        <a:spcPct val="30000"/>
      </a:spcBef>
      <a:spcAft>
        <a:spcPct val="0"/>
      </a:spcAft>
      <a:buClr>
        <a:srgbClr val="000000"/>
      </a:buClr>
      <a:buSzPct val="100000"/>
      <a:buFont typeface="Times New Roman" panose="02020603050405020304" pitchFamily="16" charset="0"/>
      <a:buNone/>
      <a:defRPr sz="1200" b="0" i="0" u="none" kern="1200" baseline="0">
        <a:solidFill>
          <a:srgbClr val="000000"/>
        </a:solidFill>
        <a:latin typeface="Times New Roman" panose="02020603050405020304" pitchFamily="16" charset="0"/>
      </a:defRPr>
    </a:lvl2pPr>
    <a:lvl3pPr marL="1143000" lvl="2" indent="-228600" algn="l" defTabSz="457200" rtl="0" eaLnBrk="0" fontAlgn="base" latinLnBrk="0" hangingPunct="0">
      <a:lnSpc>
        <a:spcPct val="100000"/>
      </a:lnSpc>
      <a:spcBef>
        <a:spcPct val="30000"/>
      </a:spcBef>
      <a:spcAft>
        <a:spcPct val="0"/>
      </a:spcAft>
      <a:buClr>
        <a:srgbClr val="000000"/>
      </a:buClr>
      <a:buSzPct val="100000"/>
      <a:buFont typeface="Times New Roman" panose="02020603050405020304" pitchFamily="16" charset="0"/>
      <a:buNone/>
      <a:defRPr sz="1200" b="0" i="0" u="none" kern="1200" baseline="0">
        <a:solidFill>
          <a:srgbClr val="000000"/>
        </a:solidFill>
        <a:latin typeface="Times New Roman" panose="02020603050405020304" pitchFamily="16" charset="0"/>
      </a:defRPr>
    </a:lvl3pPr>
    <a:lvl4pPr marL="1600200" lvl="3" indent="-228600" algn="l" defTabSz="457200" rtl="0" eaLnBrk="0" fontAlgn="base" latinLnBrk="0" hangingPunct="0">
      <a:lnSpc>
        <a:spcPct val="100000"/>
      </a:lnSpc>
      <a:spcBef>
        <a:spcPct val="30000"/>
      </a:spcBef>
      <a:spcAft>
        <a:spcPct val="0"/>
      </a:spcAft>
      <a:buClr>
        <a:srgbClr val="000000"/>
      </a:buClr>
      <a:buSzPct val="100000"/>
      <a:buFont typeface="Times New Roman" panose="02020603050405020304" pitchFamily="16" charset="0"/>
      <a:buNone/>
      <a:defRPr sz="1200" b="0" i="0" u="none" kern="1200" baseline="0">
        <a:solidFill>
          <a:srgbClr val="000000"/>
        </a:solidFill>
        <a:latin typeface="Times New Roman" panose="02020603050405020304" pitchFamily="16" charset="0"/>
      </a:defRPr>
    </a:lvl4pPr>
    <a:lvl5pPr marL="2057400" lvl="4" indent="-228600" algn="l" defTabSz="457200" rtl="0" eaLnBrk="0" fontAlgn="base" latinLnBrk="0" hangingPunct="0">
      <a:lnSpc>
        <a:spcPct val="100000"/>
      </a:lnSpc>
      <a:spcBef>
        <a:spcPct val="30000"/>
      </a:spcBef>
      <a:spcAft>
        <a:spcPct val="0"/>
      </a:spcAft>
      <a:buClr>
        <a:srgbClr val="000000"/>
      </a:buClr>
      <a:buSzPct val="100000"/>
      <a:buFont typeface="Times New Roman" panose="02020603050405020304" pitchFamily="16" charset="0"/>
      <a:buNone/>
      <a:defRPr sz="1200" b="0" i="0" u="none" kern="1200" baseline="0">
        <a:solidFill>
          <a:srgbClr val="000000"/>
        </a:solidFill>
        <a:latin typeface="Times New Roman" panose="02020603050405020304" pitchFamily="16" charset="0"/>
      </a:defRPr>
    </a:lvl5pPr>
    <a:lvl6pPr marL="2286000" lvl="5" indent="-228600" algn="l" defTabSz="457200" rtl="0" eaLnBrk="0" fontAlgn="base" latinLnBrk="0" hangingPunct="0">
      <a:lnSpc>
        <a:spcPct val="100000"/>
      </a:lnSpc>
      <a:spcBef>
        <a:spcPct val="30000"/>
      </a:spcBef>
      <a:spcAft>
        <a:spcPct val="0"/>
      </a:spcAft>
      <a:buClr>
        <a:srgbClr val="000000"/>
      </a:buClr>
      <a:buSzPct val="100000"/>
      <a:buFont typeface="Times New Roman" panose="02020603050405020304" pitchFamily="16" charset="0"/>
      <a:buNone/>
      <a:defRPr sz="1200" b="0" i="0" u="none" kern="1200" baseline="0">
        <a:solidFill>
          <a:srgbClr val="000000"/>
        </a:solidFill>
        <a:latin typeface="Times New Roman" panose="02020603050405020304" pitchFamily="16" charset="0"/>
      </a:defRPr>
    </a:lvl6pPr>
    <a:lvl7pPr marL="2743200" lvl="6" indent="-228600" algn="l" defTabSz="457200" rtl="0" eaLnBrk="0" fontAlgn="base" latinLnBrk="0" hangingPunct="0">
      <a:lnSpc>
        <a:spcPct val="100000"/>
      </a:lnSpc>
      <a:spcBef>
        <a:spcPct val="30000"/>
      </a:spcBef>
      <a:spcAft>
        <a:spcPct val="0"/>
      </a:spcAft>
      <a:buClr>
        <a:srgbClr val="000000"/>
      </a:buClr>
      <a:buSzPct val="100000"/>
      <a:buFont typeface="Times New Roman" panose="02020603050405020304" pitchFamily="16" charset="0"/>
      <a:buNone/>
      <a:defRPr sz="1200" b="0" i="0" u="none" kern="1200" baseline="0">
        <a:solidFill>
          <a:srgbClr val="000000"/>
        </a:solidFill>
        <a:latin typeface="Times New Roman" panose="02020603050405020304" pitchFamily="16" charset="0"/>
      </a:defRPr>
    </a:lvl7pPr>
    <a:lvl8pPr marL="3200400" lvl="7" indent="-228600" algn="l" defTabSz="457200" rtl="0" eaLnBrk="0" fontAlgn="base" latinLnBrk="0" hangingPunct="0">
      <a:lnSpc>
        <a:spcPct val="100000"/>
      </a:lnSpc>
      <a:spcBef>
        <a:spcPct val="30000"/>
      </a:spcBef>
      <a:spcAft>
        <a:spcPct val="0"/>
      </a:spcAft>
      <a:buClr>
        <a:srgbClr val="000000"/>
      </a:buClr>
      <a:buSzPct val="100000"/>
      <a:buFont typeface="Times New Roman" panose="02020603050405020304" pitchFamily="16" charset="0"/>
      <a:buNone/>
      <a:defRPr sz="1200" b="0" i="0" u="none" kern="1200" baseline="0">
        <a:solidFill>
          <a:srgbClr val="000000"/>
        </a:solidFill>
        <a:latin typeface="Times New Roman" panose="02020603050405020304" pitchFamily="16" charset="0"/>
      </a:defRPr>
    </a:lvl8pPr>
    <a:lvl9pPr marL="3657600" lvl="8" indent="-228600" algn="l" defTabSz="457200" rtl="0" eaLnBrk="0" fontAlgn="base" latinLnBrk="0" hangingPunct="0">
      <a:lnSpc>
        <a:spcPct val="100000"/>
      </a:lnSpc>
      <a:spcBef>
        <a:spcPct val="30000"/>
      </a:spcBef>
      <a:spcAft>
        <a:spcPct val="0"/>
      </a:spcAft>
      <a:buClr>
        <a:srgbClr val="000000"/>
      </a:buClr>
      <a:buSzPct val="100000"/>
      <a:buFont typeface="Times New Roman" panose="02020603050405020304" pitchFamily="16" charset="0"/>
      <a:buNone/>
      <a:defRPr sz="1200" b="0" i="0" u="none" kern="1200" baseline="0">
        <a:solidFill>
          <a:srgbClr val="000000"/>
        </a:solidFill>
        <a:latin typeface="Times New Roman" panose="02020603050405020304" pitchFamily="16" charset="0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5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6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7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8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9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0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2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3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4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5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6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7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8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9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0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2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3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4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5122" name="Slide Number Placeholder 1"/>
          <p:cNvSpPr/>
          <p:nvPr>
            <p:ph type="sldNum" sz="quarter"/>
          </p:nvPr>
        </p:nvSpPr>
        <p:spPr>
          <a:xfrm>
            <a:off x="3884613" y="8685213"/>
            <a:ext cx="2968625" cy="454025"/>
          </a:xfrm>
          <a:prstGeom prst="rect">
            <a:avLst/>
          </a:prstGeom>
          <a:noFill/>
          <a:ln w="9525">
            <a:noFill/>
          </a:ln>
        </p:spPr>
        <p:txBody>
          <a:bodyPr wrap="square" lIns="90000" tIns="46800" rIns="90000" bIns="46800" anchor="b" anchorCtr="0"/>
          <a:p>
            <a:pPr marL="215900" lvl="0" indent="-213995" algn="r" defTabSz="457200">
              <a:buClrTx/>
              <a:buSzPct val="45000"/>
              <a:buFontTx/>
              <a:tabLst>
                <a:tab pos="723900" algn="l"/>
                <a:tab pos="1447800" algn="l"/>
                <a:tab pos="2171700" algn="l"/>
                <a:tab pos="2895600" algn="l"/>
              </a:tabLst>
            </a:pPr>
            <a:fld id="{9A0DB2DC-4C9A-4742-B13C-FB6460FD3503}" type="slidenum">
              <a:rPr lang="ru-RU" altLang="x-none" sz="1200" dirty="0" err="1">
                <a:solidFill>
                  <a:srgbClr val="000000"/>
                </a:solidFill>
                <a:latin typeface="Times New Roman" panose="02020603050405020304" pitchFamily="16" charset="0"/>
                <a:ea typeface="Arial Unicode MS" charset="-122"/>
              </a:rPr>
            </a:fld>
            <a:endParaRPr lang="ru-RU" altLang="x-none" sz="1200" dirty="0" err="1">
              <a:solidFill>
                <a:srgbClr val="000000"/>
              </a:solidFill>
              <a:latin typeface="Times New Roman" panose="02020603050405020304" pitchFamily="16" charset="0"/>
              <a:ea typeface="Arial Unicode MS" charset="-122"/>
            </a:endParaRPr>
          </a:p>
        </p:txBody>
      </p:sp>
      <p:sp>
        <p:nvSpPr>
          <p:cNvPr id="5123" name="Slide Image Placeholder 78848"/>
          <p:cNvSpPr>
            <a:spLocks noGrp="1"/>
          </p:cNvSpPr>
          <p:nvPr>
            <p:ph type="sldImg"/>
          </p:nvPr>
        </p:nvSpPr>
        <p:spPr>
          <a:xfrm>
            <a:off x="1143000" y="685800"/>
            <a:ext cx="4572000" cy="3429000"/>
          </a:xfrm>
          <a:solidFill>
            <a:srgbClr val="FFFFFF"/>
          </a:solidFill>
          <a:ln cap="flat"/>
        </p:spPr>
      </p:sp>
      <p:sp>
        <p:nvSpPr>
          <p:cNvPr id="5124" name="Text Placeholder 78849"/>
          <p:cNvSpPr>
            <a:spLocks noGrp="1"/>
          </p:cNvSpPr>
          <p:nvPr>
            <p:ph type="body"/>
          </p:nvPr>
        </p:nvSpPr>
        <p:spPr>
          <a:xfrm>
            <a:off x="685800" y="4343400"/>
            <a:ext cx="5486400" cy="4114800"/>
          </a:xfrm>
        </p:spPr>
        <p:txBody>
          <a:bodyPr wrap="none" lIns="90000" tIns="46800" rIns="90000" bIns="46800" anchor="ctr" anchorCtr="0"/>
          <a:p>
            <a:pPr lvl="0"/>
            <a:endParaRPr lang="en-GB" altLang="en-U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11266" name="Slide Number Placeholder 1"/>
          <p:cNvSpPr/>
          <p:nvPr>
            <p:ph type="sldNum" sz="quarter"/>
          </p:nvPr>
        </p:nvSpPr>
        <p:spPr>
          <a:xfrm>
            <a:off x="3884613" y="8685213"/>
            <a:ext cx="2968625" cy="454025"/>
          </a:xfrm>
          <a:prstGeom prst="rect">
            <a:avLst/>
          </a:prstGeom>
          <a:noFill/>
          <a:ln w="9525">
            <a:noFill/>
          </a:ln>
        </p:spPr>
        <p:txBody>
          <a:bodyPr wrap="square" lIns="90000" tIns="46800" rIns="90000" bIns="46800" anchor="b" anchorCtr="0"/>
          <a:p>
            <a:pPr marL="215900" lvl="0" indent="-213995" algn="r" defTabSz="457200">
              <a:buClrTx/>
              <a:buSzPct val="45000"/>
              <a:buFontTx/>
              <a:tabLst>
                <a:tab pos="723900" algn="l"/>
                <a:tab pos="1447800" algn="l"/>
                <a:tab pos="2171700" algn="l"/>
                <a:tab pos="2895600" algn="l"/>
              </a:tabLst>
            </a:pPr>
            <a:fld id="{9A0DB2DC-4C9A-4742-B13C-FB6460FD3503}" type="slidenum">
              <a:rPr lang="ru-RU" altLang="x-none" sz="1200" dirty="0" err="1">
                <a:latin typeface="Times New Roman" panose="02020603050405020304" pitchFamily="16" charset="0"/>
                <a:ea typeface="Arial Unicode MS" charset="-122"/>
              </a:rPr>
            </a:fld>
            <a:endParaRPr lang="ru-RU" altLang="x-none" sz="1200" dirty="0" err="1">
              <a:latin typeface="Times New Roman" panose="02020603050405020304" pitchFamily="16" charset="0"/>
              <a:ea typeface="Arial Unicode MS" charset="-122"/>
            </a:endParaRPr>
          </a:p>
        </p:txBody>
      </p:sp>
      <p:sp>
        <p:nvSpPr>
          <p:cNvPr id="11267" name="Slide Image Placeholder 81920"/>
          <p:cNvSpPr>
            <a:spLocks noGrp="1"/>
          </p:cNvSpPr>
          <p:nvPr>
            <p:ph type="sldImg"/>
          </p:nvPr>
        </p:nvSpPr>
        <p:spPr>
          <a:xfrm>
            <a:off x="1143000" y="685800"/>
            <a:ext cx="4572000" cy="3429000"/>
          </a:xfrm>
          <a:solidFill>
            <a:srgbClr val="FFFFFF"/>
          </a:solidFill>
          <a:ln cap="flat"/>
        </p:spPr>
      </p:sp>
      <p:sp>
        <p:nvSpPr>
          <p:cNvPr id="11268" name="Text Placeholder 81921"/>
          <p:cNvSpPr>
            <a:spLocks noGrp="1"/>
          </p:cNvSpPr>
          <p:nvPr>
            <p:ph type="body"/>
          </p:nvPr>
        </p:nvSpPr>
        <p:spPr>
          <a:xfrm>
            <a:off x="685800" y="4343400"/>
            <a:ext cx="5486400" cy="4114800"/>
          </a:xfrm>
        </p:spPr>
        <p:txBody>
          <a:bodyPr wrap="none" lIns="90000" tIns="46800" rIns="90000" bIns="46800" anchor="ctr" anchorCtr="0"/>
          <a:p>
            <a:pPr lvl="0"/>
            <a:endParaRPr lang="en-GB" altLang="en-US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Slide Number Placeholder 1"/>
          <p:cNvSpPr/>
          <p:nvPr>
            <p:ph type="sldNum" idx="2"/>
          </p:nvPr>
        </p:nvSpPr>
        <p:spPr/>
        <p:txBody>
          <a:bodyPr/>
          <a:p>
            <a:pPr marL="215900" lvl="0" indent="-196850" algn="r" defTabSz="457200" eaLnBrk="1" hangingPunct="1">
              <a:lnSpc>
                <a:spcPct val="100000"/>
              </a:lnSpc>
              <a:buClrTx/>
              <a:buSzPct val="45000"/>
              <a:buFontTx/>
              <a:buNone/>
              <a:tabLst>
                <a:tab pos="723900" algn="l"/>
                <a:tab pos="1447800" algn="l"/>
                <a:tab pos="2171700" algn="l"/>
                <a:tab pos="2895600" algn="l"/>
              </a:tabLst>
            </a:pPr>
            <a:fld id="{9A0DB2DC-4C9A-4742-B13C-FB6460FD3503}" type="slidenum">
              <a:rPr lang="ru-RU" altLang="x-none" sz="1200" dirty="0" err="1">
                <a:latin typeface="Times New Roman" panose="02020603050405020304" pitchFamily="16" charset="0"/>
                <a:cs typeface="Arial Unicode MS" charset="0"/>
              </a:rPr>
            </a:fld>
            <a:endParaRPr lang="ru-RU" altLang="x-none" sz="1200" dirty="0" err="1">
              <a:latin typeface="Times New Roman" panose="02020603050405020304" pitchFamily="16" charset="0"/>
              <a:ea typeface="Arial Unicode MS" charset="0"/>
              <a:cs typeface="Arial Unicode MS" charset="0"/>
            </a:endParaRPr>
          </a:p>
        </p:txBody>
      </p:sp>
      <p:sp>
        <p:nvSpPr>
          <p:cNvPr id="63489" name="Slide Image Placeholder 63488"/>
          <p:cNvSpPr txBox="1"/>
          <p:nvPr>
            <p:ph type="sldImg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solidFill>
            <a:srgbClr val="FFFFFF"/>
          </a:solidFill>
          <a:ln w="9525" cap="flat" cmpd="sng">
            <a:solidFill>
              <a:srgbClr val="000000"/>
            </a:solidFill>
            <a:prstDash val="solid"/>
            <a:miter/>
            <a:headEnd type="none" w="med" len="med"/>
            <a:tailEnd type="none" w="med" len="med"/>
          </a:ln>
        </p:spPr>
      </p:sp>
      <p:sp>
        <p:nvSpPr>
          <p:cNvPr id="63490" name="Text Placeholder 63489"/>
          <p:cNvSpPr txBox="1"/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 w="9525">
            <a:noFill/>
          </a:ln>
        </p:spPr>
        <p:txBody>
          <a:bodyPr wrap="none" anchor="ctr" anchorCtr="0"/>
          <a:p>
            <a:pPr lvl="0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39938" name="Slide Number Placeholder 1"/>
          <p:cNvSpPr/>
          <p:nvPr>
            <p:ph type="sldNum" sz="quarter"/>
          </p:nvPr>
        </p:nvSpPr>
        <p:spPr>
          <a:xfrm>
            <a:off x="3884613" y="8685213"/>
            <a:ext cx="2968625" cy="454025"/>
          </a:xfrm>
          <a:prstGeom prst="rect">
            <a:avLst/>
          </a:prstGeom>
          <a:noFill/>
          <a:ln w="9525">
            <a:noFill/>
          </a:ln>
        </p:spPr>
        <p:txBody>
          <a:bodyPr wrap="square" lIns="90000" tIns="46800" rIns="90000" bIns="46800" anchor="b" anchorCtr="0"/>
          <a:p>
            <a:pPr marL="215900" lvl="0" indent="-213995" algn="r" defTabSz="457200">
              <a:buClrTx/>
              <a:buSzPct val="45000"/>
              <a:buFontTx/>
              <a:tabLst>
                <a:tab pos="723900" algn="l"/>
                <a:tab pos="1447800" algn="l"/>
                <a:tab pos="2171700" algn="l"/>
                <a:tab pos="2895600" algn="l"/>
              </a:tabLst>
            </a:pPr>
            <a:fld id="{9A0DB2DC-4C9A-4742-B13C-FB6460FD3503}" type="slidenum">
              <a:rPr lang="ru-RU" altLang="x-none" sz="1200" dirty="0" err="1">
                <a:latin typeface="Times New Roman" panose="02020603050405020304" pitchFamily="16" charset="0"/>
                <a:ea typeface="Arial Unicode MS" charset="-122"/>
              </a:rPr>
            </a:fld>
            <a:endParaRPr lang="ru-RU" altLang="x-none" sz="1200" dirty="0" err="1">
              <a:latin typeface="Times New Roman" panose="02020603050405020304" pitchFamily="16" charset="0"/>
              <a:ea typeface="Arial Unicode MS" charset="-122"/>
            </a:endParaRPr>
          </a:p>
        </p:txBody>
      </p:sp>
      <p:sp>
        <p:nvSpPr>
          <p:cNvPr id="39939" name="Slide Image Placeholder 97280"/>
          <p:cNvSpPr>
            <a:spLocks noGrp="1"/>
          </p:cNvSpPr>
          <p:nvPr>
            <p:ph type="sldImg"/>
          </p:nvPr>
        </p:nvSpPr>
        <p:spPr>
          <a:xfrm>
            <a:off x="1143000" y="685800"/>
            <a:ext cx="4572000" cy="3429000"/>
          </a:xfrm>
          <a:solidFill>
            <a:srgbClr val="FFFFFF"/>
          </a:solidFill>
          <a:ln cap="flat"/>
        </p:spPr>
      </p:sp>
      <p:sp>
        <p:nvSpPr>
          <p:cNvPr id="39940" name="Text Placeholder 97281"/>
          <p:cNvSpPr>
            <a:spLocks noGrp="1"/>
          </p:cNvSpPr>
          <p:nvPr>
            <p:ph type="body"/>
          </p:nvPr>
        </p:nvSpPr>
        <p:spPr>
          <a:xfrm>
            <a:off x="685800" y="4343400"/>
            <a:ext cx="5486400" cy="4114800"/>
          </a:xfrm>
        </p:spPr>
        <p:txBody>
          <a:bodyPr wrap="none" lIns="90000" tIns="46800" rIns="90000" bIns="46800" anchor="ctr" anchorCtr="0"/>
          <a:p>
            <a:pPr lvl="0"/>
            <a:endParaRPr lang="en-GB" altLang="en-US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39938" name="Slide Number Placeholder 1"/>
          <p:cNvSpPr/>
          <p:nvPr>
            <p:ph type="sldNum" sz="quarter"/>
          </p:nvPr>
        </p:nvSpPr>
        <p:spPr>
          <a:xfrm>
            <a:off x="3884613" y="8685213"/>
            <a:ext cx="2968625" cy="454025"/>
          </a:xfrm>
          <a:prstGeom prst="rect">
            <a:avLst/>
          </a:prstGeom>
          <a:noFill/>
          <a:ln w="9525">
            <a:noFill/>
          </a:ln>
        </p:spPr>
        <p:txBody>
          <a:bodyPr wrap="square" lIns="90000" tIns="46800" rIns="90000" bIns="46800" anchor="b" anchorCtr="0"/>
          <a:p>
            <a:pPr marL="215900" lvl="0" indent="-213995" algn="r" defTabSz="457200">
              <a:buClrTx/>
              <a:buSzPct val="45000"/>
              <a:buFontTx/>
              <a:tabLst>
                <a:tab pos="723900" algn="l"/>
                <a:tab pos="1447800" algn="l"/>
                <a:tab pos="2171700" algn="l"/>
                <a:tab pos="2895600" algn="l"/>
              </a:tabLst>
            </a:pPr>
            <a:fld id="{9A0DB2DC-4C9A-4742-B13C-FB6460FD3503}" type="slidenum">
              <a:rPr lang="ru-RU" altLang="x-none" sz="1200" dirty="0" err="1">
                <a:latin typeface="Times New Roman" panose="02020603050405020304" pitchFamily="16" charset="0"/>
                <a:ea typeface="Arial Unicode MS" charset="-122"/>
              </a:rPr>
            </a:fld>
            <a:endParaRPr lang="ru-RU" altLang="x-none" sz="1200" dirty="0" err="1">
              <a:latin typeface="Times New Roman" panose="02020603050405020304" pitchFamily="16" charset="0"/>
              <a:ea typeface="Arial Unicode MS" charset="-122"/>
            </a:endParaRPr>
          </a:p>
        </p:txBody>
      </p:sp>
      <p:sp>
        <p:nvSpPr>
          <p:cNvPr id="39939" name="Slide Image Placeholder 97280"/>
          <p:cNvSpPr>
            <a:spLocks noGrp="1"/>
          </p:cNvSpPr>
          <p:nvPr>
            <p:ph type="sldImg"/>
          </p:nvPr>
        </p:nvSpPr>
        <p:spPr>
          <a:xfrm>
            <a:off x="1143000" y="685800"/>
            <a:ext cx="4572000" cy="3429000"/>
          </a:xfrm>
          <a:solidFill>
            <a:srgbClr val="FFFFFF"/>
          </a:solidFill>
          <a:ln cap="flat"/>
        </p:spPr>
      </p:sp>
      <p:sp>
        <p:nvSpPr>
          <p:cNvPr id="39940" name="Text Placeholder 97281"/>
          <p:cNvSpPr>
            <a:spLocks noGrp="1"/>
          </p:cNvSpPr>
          <p:nvPr>
            <p:ph type="body"/>
          </p:nvPr>
        </p:nvSpPr>
        <p:spPr>
          <a:xfrm>
            <a:off x="685800" y="4343400"/>
            <a:ext cx="5486400" cy="4114800"/>
          </a:xfrm>
        </p:spPr>
        <p:txBody>
          <a:bodyPr wrap="none" lIns="90000" tIns="46800" rIns="90000" bIns="46800" anchor="ctr" anchorCtr="0"/>
          <a:p>
            <a:pPr lvl="0"/>
            <a:endParaRPr lang="en-GB" altLang="en-US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39938" name="Slide Number Placeholder 1"/>
          <p:cNvSpPr/>
          <p:nvPr>
            <p:ph type="sldNum" sz="quarter"/>
          </p:nvPr>
        </p:nvSpPr>
        <p:spPr>
          <a:xfrm>
            <a:off x="3884613" y="8685213"/>
            <a:ext cx="2968625" cy="454025"/>
          </a:xfrm>
          <a:prstGeom prst="rect">
            <a:avLst/>
          </a:prstGeom>
          <a:noFill/>
          <a:ln w="9525">
            <a:noFill/>
          </a:ln>
        </p:spPr>
        <p:txBody>
          <a:bodyPr wrap="square" lIns="90000" tIns="46800" rIns="90000" bIns="46800" anchor="b" anchorCtr="0"/>
          <a:p>
            <a:pPr marL="215900" lvl="0" indent="-213995" algn="r" defTabSz="457200">
              <a:buClrTx/>
              <a:buSzPct val="45000"/>
              <a:buFontTx/>
              <a:tabLst>
                <a:tab pos="723900" algn="l"/>
                <a:tab pos="1447800" algn="l"/>
                <a:tab pos="2171700" algn="l"/>
                <a:tab pos="2895600" algn="l"/>
              </a:tabLst>
            </a:pPr>
            <a:fld id="{9A0DB2DC-4C9A-4742-B13C-FB6460FD3503}" type="slidenum">
              <a:rPr lang="ru-RU" altLang="x-none" sz="1200" dirty="0" err="1">
                <a:latin typeface="Times New Roman" panose="02020603050405020304" pitchFamily="16" charset="0"/>
                <a:ea typeface="Arial Unicode MS" charset="-122"/>
              </a:rPr>
            </a:fld>
            <a:endParaRPr lang="ru-RU" altLang="x-none" sz="1200" dirty="0" err="1">
              <a:latin typeface="Times New Roman" panose="02020603050405020304" pitchFamily="16" charset="0"/>
              <a:ea typeface="Arial Unicode MS" charset="-122"/>
            </a:endParaRPr>
          </a:p>
        </p:txBody>
      </p:sp>
      <p:sp>
        <p:nvSpPr>
          <p:cNvPr id="39939" name="Slide Image Placeholder 97280"/>
          <p:cNvSpPr>
            <a:spLocks noGrp="1"/>
          </p:cNvSpPr>
          <p:nvPr>
            <p:ph type="sldImg"/>
          </p:nvPr>
        </p:nvSpPr>
        <p:spPr>
          <a:xfrm>
            <a:off x="1143000" y="685800"/>
            <a:ext cx="4572000" cy="3429000"/>
          </a:xfrm>
          <a:solidFill>
            <a:srgbClr val="FFFFFF"/>
          </a:solidFill>
          <a:ln cap="flat"/>
        </p:spPr>
      </p:sp>
      <p:sp>
        <p:nvSpPr>
          <p:cNvPr id="39940" name="Text Placeholder 97281"/>
          <p:cNvSpPr>
            <a:spLocks noGrp="1"/>
          </p:cNvSpPr>
          <p:nvPr>
            <p:ph type="body"/>
          </p:nvPr>
        </p:nvSpPr>
        <p:spPr>
          <a:xfrm>
            <a:off x="685800" y="4343400"/>
            <a:ext cx="5486400" cy="4114800"/>
          </a:xfrm>
        </p:spPr>
        <p:txBody>
          <a:bodyPr wrap="none" lIns="90000" tIns="46800" rIns="90000" bIns="46800" anchor="ctr" anchorCtr="0"/>
          <a:p>
            <a:pPr lvl="0"/>
            <a:endParaRPr lang="en-GB" altLang="en-US"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39938" name="Slide Number Placeholder 1"/>
          <p:cNvSpPr/>
          <p:nvPr>
            <p:ph type="sldNum" sz="quarter"/>
          </p:nvPr>
        </p:nvSpPr>
        <p:spPr>
          <a:xfrm>
            <a:off x="3884613" y="8685213"/>
            <a:ext cx="2968625" cy="454025"/>
          </a:xfrm>
          <a:prstGeom prst="rect">
            <a:avLst/>
          </a:prstGeom>
          <a:noFill/>
          <a:ln w="9525">
            <a:noFill/>
          </a:ln>
        </p:spPr>
        <p:txBody>
          <a:bodyPr wrap="square" lIns="90000" tIns="46800" rIns="90000" bIns="46800" anchor="b" anchorCtr="0"/>
          <a:p>
            <a:pPr marL="215900" lvl="0" indent="-213995" algn="r" defTabSz="457200">
              <a:buClrTx/>
              <a:buSzPct val="45000"/>
              <a:buFontTx/>
              <a:tabLst>
                <a:tab pos="723900" algn="l"/>
                <a:tab pos="1447800" algn="l"/>
                <a:tab pos="2171700" algn="l"/>
                <a:tab pos="2895600" algn="l"/>
              </a:tabLst>
            </a:pPr>
            <a:fld id="{9A0DB2DC-4C9A-4742-B13C-FB6460FD3503}" type="slidenum">
              <a:rPr lang="ru-RU" altLang="x-none" sz="1200" dirty="0" err="1">
                <a:latin typeface="Times New Roman" panose="02020603050405020304" pitchFamily="16" charset="0"/>
                <a:ea typeface="Arial Unicode MS" charset="-122"/>
              </a:rPr>
            </a:fld>
            <a:endParaRPr lang="ru-RU" altLang="x-none" sz="1200" dirty="0" err="1">
              <a:latin typeface="Times New Roman" panose="02020603050405020304" pitchFamily="16" charset="0"/>
              <a:ea typeface="Arial Unicode MS" charset="-122"/>
            </a:endParaRPr>
          </a:p>
        </p:txBody>
      </p:sp>
      <p:sp>
        <p:nvSpPr>
          <p:cNvPr id="39939" name="Slide Image Placeholder 97280"/>
          <p:cNvSpPr>
            <a:spLocks noGrp="1"/>
          </p:cNvSpPr>
          <p:nvPr>
            <p:ph type="sldImg"/>
          </p:nvPr>
        </p:nvSpPr>
        <p:spPr>
          <a:xfrm>
            <a:off x="1143000" y="685800"/>
            <a:ext cx="4572000" cy="3429000"/>
          </a:xfrm>
          <a:solidFill>
            <a:srgbClr val="FFFFFF"/>
          </a:solidFill>
          <a:ln cap="flat"/>
        </p:spPr>
      </p:sp>
      <p:sp>
        <p:nvSpPr>
          <p:cNvPr id="39940" name="Text Placeholder 97281"/>
          <p:cNvSpPr>
            <a:spLocks noGrp="1"/>
          </p:cNvSpPr>
          <p:nvPr>
            <p:ph type="body"/>
          </p:nvPr>
        </p:nvSpPr>
        <p:spPr>
          <a:xfrm>
            <a:off x="685800" y="4343400"/>
            <a:ext cx="5486400" cy="4114800"/>
          </a:xfrm>
        </p:spPr>
        <p:txBody>
          <a:bodyPr wrap="none" lIns="90000" tIns="46800" rIns="90000" bIns="46800" anchor="ctr" anchorCtr="0"/>
          <a:p>
            <a:pPr lvl="0"/>
            <a:endParaRPr lang="en-GB" altLang="en-US"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39938" name="Slide Number Placeholder 1"/>
          <p:cNvSpPr/>
          <p:nvPr>
            <p:ph type="sldNum" sz="quarter"/>
          </p:nvPr>
        </p:nvSpPr>
        <p:spPr>
          <a:xfrm>
            <a:off x="3884613" y="8685213"/>
            <a:ext cx="2968625" cy="454025"/>
          </a:xfrm>
          <a:prstGeom prst="rect">
            <a:avLst/>
          </a:prstGeom>
          <a:noFill/>
          <a:ln w="9525">
            <a:noFill/>
          </a:ln>
        </p:spPr>
        <p:txBody>
          <a:bodyPr wrap="square" lIns="90000" tIns="46800" rIns="90000" bIns="46800" anchor="b" anchorCtr="0"/>
          <a:p>
            <a:pPr marL="215900" lvl="0" indent="-213995" algn="r" defTabSz="457200">
              <a:buClrTx/>
              <a:buSzPct val="45000"/>
              <a:buFontTx/>
              <a:tabLst>
                <a:tab pos="723900" algn="l"/>
                <a:tab pos="1447800" algn="l"/>
                <a:tab pos="2171700" algn="l"/>
                <a:tab pos="2895600" algn="l"/>
              </a:tabLst>
            </a:pPr>
            <a:fld id="{9A0DB2DC-4C9A-4742-B13C-FB6460FD3503}" type="slidenum">
              <a:rPr lang="ru-RU" altLang="x-none" sz="1200" dirty="0" err="1">
                <a:latin typeface="Times New Roman" panose="02020603050405020304" pitchFamily="16" charset="0"/>
                <a:ea typeface="Arial Unicode MS" charset="-122"/>
              </a:rPr>
            </a:fld>
            <a:endParaRPr lang="ru-RU" altLang="x-none" sz="1200" dirty="0" err="1">
              <a:latin typeface="Times New Roman" panose="02020603050405020304" pitchFamily="16" charset="0"/>
              <a:ea typeface="Arial Unicode MS" charset="-122"/>
            </a:endParaRPr>
          </a:p>
        </p:txBody>
      </p:sp>
      <p:sp>
        <p:nvSpPr>
          <p:cNvPr id="39939" name="Slide Image Placeholder 97280"/>
          <p:cNvSpPr>
            <a:spLocks noGrp="1"/>
          </p:cNvSpPr>
          <p:nvPr>
            <p:ph type="sldImg"/>
          </p:nvPr>
        </p:nvSpPr>
        <p:spPr>
          <a:xfrm>
            <a:off x="1143000" y="685800"/>
            <a:ext cx="4572000" cy="3429000"/>
          </a:xfrm>
          <a:solidFill>
            <a:srgbClr val="FFFFFF"/>
          </a:solidFill>
          <a:ln cap="flat"/>
        </p:spPr>
      </p:sp>
      <p:sp>
        <p:nvSpPr>
          <p:cNvPr id="39940" name="Text Placeholder 97281"/>
          <p:cNvSpPr>
            <a:spLocks noGrp="1"/>
          </p:cNvSpPr>
          <p:nvPr>
            <p:ph type="body"/>
          </p:nvPr>
        </p:nvSpPr>
        <p:spPr>
          <a:xfrm>
            <a:off x="685800" y="4343400"/>
            <a:ext cx="5486400" cy="4114800"/>
          </a:xfrm>
        </p:spPr>
        <p:txBody>
          <a:bodyPr wrap="none" lIns="90000" tIns="46800" rIns="90000" bIns="46800" anchor="ctr" anchorCtr="0"/>
          <a:p>
            <a:pPr lvl="0"/>
            <a:endParaRPr lang="en-GB" altLang="en-US"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39938" name="Slide Number Placeholder 1"/>
          <p:cNvSpPr/>
          <p:nvPr>
            <p:ph type="sldNum" sz="quarter"/>
          </p:nvPr>
        </p:nvSpPr>
        <p:spPr>
          <a:xfrm>
            <a:off x="3884613" y="8685213"/>
            <a:ext cx="2968625" cy="454025"/>
          </a:xfrm>
          <a:prstGeom prst="rect">
            <a:avLst/>
          </a:prstGeom>
          <a:noFill/>
          <a:ln w="9525">
            <a:noFill/>
          </a:ln>
        </p:spPr>
        <p:txBody>
          <a:bodyPr wrap="square" lIns="90000" tIns="46800" rIns="90000" bIns="46800" anchor="b" anchorCtr="0"/>
          <a:p>
            <a:pPr marL="215900" lvl="0" indent="-213995" algn="r" defTabSz="457200">
              <a:buClrTx/>
              <a:buSzPct val="45000"/>
              <a:buFontTx/>
              <a:tabLst>
                <a:tab pos="723900" algn="l"/>
                <a:tab pos="1447800" algn="l"/>
                <a:tab pos="2171700" algn="l"/>
                <a:tab pos="2895600" algn="l"/>
              </a:tabLst>
            </a:pPr>
            <a:fld id="{9A0DB2DC-4C9A-4742-B13C-FB6460FD3503}" type="slidenum">
              <a:rPr lang="ru-RU" altLang="x-none" sz="1200" dirty="0" err="1">
                <a:latin typeface="Times New Roman" panose="02020603050405020304" pitchFamily="16" charset="0"/>
                <a:ea typeface="Arial Unicode MS" charset="-122"/>
              </a:rPr>
            </a:fld>
            <a:endParaRPr lang="ru-RU" altLang="x-none" sz="1200" dirty="0" err="1">
              <a:latin typeface="Times New Roman" panose="02020603050405020304" pitchFamily="16" charset="0"/>
              <a:ea typeface="Arial Unicode MS" charset="-122"/>
            </a:endParaRPr>
          </a:p>
        </p:txBody>
      </p:sp>
      <p:sp>
        <p:nvSpPr>
          <p:cNvPr id="39939" name="Slide Image Placeholder 97280"/>
          <p:cNvSpPr>
            <a:spLocks noGrp="1"/>
          </p:cNvSpPr>
          <p:nvPr>
            <p:ph type="sldImg"/>
          </p:nvPr>
        </p:nvSpPr>
        <p:spPr>
          <a:xfrm>
            <a:off x="1143000" y="685800"/>
            <a:ext cx="4572000" cy="3429000"/>
          </a:xfrm>
          <a:solidFill>
            <a:srgbClr val="FFFFFF"/>
          </a:solidFill>
          <a:ln cap="flat"/>
        </p:spPr>
      </p:sp>
      <p:sp>
        <p:nvSpPr>
          <p:cNvPr id="39940" name="Text Placeholder 97281"/>
          <p:cNvSpPr>
            <a:spLocks noGrp="1"/>
          </p:cNvSpPr>
          <p:nvPr>
            <p:ph type="body"/>
          </p:nvPr>
        </p:nvSpPr>
        <p:spPr>
          <a:xfrm>
            <a:off x="685800" y="4343400"/>
            <a:ext cx="5486400" cy="4114800"/>
          </a:xfrm>
        </p:spPr>
        <p:txBody>
          <a:bodyPr wrap="none" lIns="90000" tIns="46800" rIns="90000" bIns="46800" anchor="ctr" anchorCtr="0"/>
          <a:p>
            <a:pPr lvl="0"/>
            <a:endParaRPr lang="en-GB" altLang="en-US"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39938" name="Slide Number Placeholder 1"/>
          <p:cNvSpPr/>
          <p:nvPr>
            <p:ph type="sldNum" sz="quarter"/>
          </p:nvPr>
        </p:nvSpPr>
        <p:spPr>
          <a:xfrm>
            <a:off x="3884613" y="8685213"/>
            <a:ext cx="2968625" cy="454025"/>
          </a:xfrm>
          <a:prstGeom prst="rect">
            <a:avLst/>
          </a:prstGeom>
          <a:noFill/>
          <a:ln w="9525">
            <a:noFill/>
          </a:ln>
        </p:spPr>
        <p:txBody>
          <a:bodyPr wrap="square" lIns="90000" tIns="46800" rIns="90000" bIns="46800" anchor="b" anchorCtr="0"/>
          <a:p>
            <a:pPr marL="215900" lvl="0" indent="-213995" algn="r" defTabSz="457200">
              <a:buClrTx/>
              <a:buSzPct val="45000"/>
              <a:buFontTx/>
              <a:tabLst>
                <a:tab pos="723900" algn="l"/>
                <a:tab pos="1447800" algn="l"/>
                <a:tab pos="2171700" algn="l"/>
                <a:tab pos="2895600" algn="l"/>
              </a:tabLst>
            </a:pPr>
            <a:fld id="{9A0DB2DC-4C9A-4742-B13C-FB6460FD3503}" type="slidenum">
              <a:rPr lang="ru-RU" altLang="x-none" sz="1200" dirty="0" err="1">
                <a:latin typeface="Times New Roman" panose="02020603050405020304" pitchFamily="16" charset="0"/>
                <a:ea typeface="Arial Unicode MS" charset="-122"/>
              </a:rPr>
            </a:fld>
            <a:endParaRPr lang="ru-RU" altLang="x-none" sz="1200" dirty="0" err="1">
              <a:latin typeface="Times New Roman" panose="02020603050405020304" pitchFamily="16" charset="0"/>
              <a:ea typeface="Arial Unicode MS" charset="-122"/>
            </a:endParaRPr>
          </a:p>
        </p:txBody>
      </p:sp>
      <p:sp>
        <p:nvSpPr>
          <p:cNvPr id="39939" name="Slide Image Placeholder 97280"/>
          <p:cNvSpPr>
            <a:spLocks noGrp="1"/>
          </p:cNvSpPr>
          <p:nvPr>
            <p:ph type="sldImg"/>
          </p:nvPr>
        </p:nvSpPr>
        <p:spPr>
          <a:xfrm>
            <a:off x="1143000" y="685800"/>
            <a:ext cx="4572000" cy="3429000"/>
          </a:xfrm>
          <a:solidFill>
            <a:srgbClr val="FFFFFF"/>
          </a:solidFill>
          <a:ln cap="flat"/>
        </p:spPr>
      </p:sp>
      <p:sp>
        <p:nvSpPr>
          <p:cNvPr id="39940" name="Text Placeholder 97281"/>
          <p:cNvSpPr>
            <a:spLocks noGrp="1"/>
          </p:cNvSpPr>
          <p:nvPr>
            <p:ph type="body"/>
          </p:nvPr>
        </p:nvSpPr>
        <p:spPr>
          <a:xfrm>
            <a:off x="685800" y="4343400"/>
            <a:ext cx="5486400" cy="4114800"/>
          </a:xfrm>
        </p:spPr>
        <p:txBody>
          <a:bodyPr wrap="none" lIns="90000" tIns="46800" rIns="90000" bIns="46800" anchor="ctr" anchorCtr="0"/>
          <a:p>
            <a:pPr lvl="0"/>
            <a:endParaRPr lang="en-GB" altLang="en-US"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39938" name="Slide Number Placeholder 1"/>
          <p:cNvSpPr/>
          <p:nvPr>
            <p:ph type="sldNum" sz="quarter"/>
          </p:nvPr>
        </p:nvSpPr>
        <p:spPr>
          <a:xfrm>
            <a:off x="3884613" y="8685213"/>
            <a:ext cx="2968625" cy="454025"/>
          </a:xfrm>
          <a:prstGeom prst="rect">
            <a:avLst/>
          </a:prstGeom>
          <a:noFill/>
          <a:ln w="9525">
            <a:noFill/>
          </a:ln>
        </p:spPr>
        <p:txBody>
          <a:bodyPr wrap="square" lIns="90000" tIns="46800" rIns="90000" bIns="46800" anchor="b" anchorCtr="0"/>
          <a:p>
            <a:pPr marL="215900" lvl="0" indent="-213995" algn="r" defTabSz="457200">
              <a:buClrTx/>
              <a:buSzPct val="45000"/>
              <a:buFontTx/>
              <a:tabLst>
                <a:tab pos="723900" algn="l"/>
                <a:tab pos="1447800" algn="l"/>
                <a:tab pos="2171700" algn="l"/>
                <a:tab pos="2895600" algn="l"/>
              </a:tabLst>
            </a:pPr>
            <a:fld id="{9A0DB2DC-4C9A-4742-B13C-FB6460FD3503}" type="slidenum">
              <a:rPr lang="ru-RU" altLang="x-none" sz="1200" dirty="0" err="1">
                <a:latin typeface="Times New Roman" panose="02020603050405020304" pitchFamily="16" charset="0"/>
                <a:ea typeface="Arial Unicode MS" charset="-122"/>
              </a:rPr>
            </a:fld>
            <a:endParaRPr lang="ru-RU" altLang="x-none" sz="1200" dirty="0" err="1">
              <a:latin typeface="Times New Roman" panose="02020603050405020304" pitchFamily="16" charset="0"/>
              <a:ea typeface="Arial Unicode MS" charset="-122"/>
            </a:endParaRPr>
          </a:p>
        </p:txBody>
      </p:sp>
      <p:sp>
        <p:nvSpPr>
          <p:cNvPr id="39939" name="Slide Image Placeholder 97280"/>
          <p:cNvSpPr>
            <a:spLocks noGrp="1"/>
          </p:cNvSpPr>
          <p:nvPr>
            <p:ph type="sldImg"/>
          </p:nvPr>
        </p:nvSpPr>
        <p:spPr>
          <a:xfrm>
            <a:off x="1143000" y="685800"/>
            <a:ext cx="4572000" cy="3429000"/>
          </a:xfrm>
          <a:solidFill>
            <a:srgbClr val="FFFFFF"/>
          </a:solidFill>
          <a:ln cap="flat"/>
        </p:spPr>
      </p:sp>
      <p:sp>
        <p:nvSpPr>
          <p:cNvPr id="39940" name="Text Placeholder 97281"/>
          <p:cNvSpPr>
            <a:spLocks noGrp="1"/>
          </p:cNvSpPr>
          <p:nvPr>
            <p:ph type="body"/>
          </p:nvPr>
        </p:nvSpPr>
        <p:spPr>
          <a:xfrm>
            <a:off x="685800" y="4343400"/>
            <a:ext cx="5486400" cy="4114800"/>
          </a:xfrm>
        </p:spPr>
        <p:txBody>
          <a:bodyPr wrap="none" lIns="90000" tIns="46800" rIns="90000" bIns="46800" anchor="ctr" anchorCtr="0"/>
          <a:p>
            <a:pPr lvl="0"/>
            <a:endParaRPr lang="en-GB" altLang="en-US"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39938" name="Slide Number Placeholder 1"/>
          <p:cNvSpPr/>
          <p:nvPr>
            <p:ph type="sldNum" sz="quarter"/>
          </p:nvPr>
        </p:nvSpPr>
        <p:spPr>
          <a:xfrm>
            <a:off x="3884613" y="8685213"/>
            <a:ext cx="2968625" cy="454025"/>
          </a:xfrm>
          <a:prstGeom prst="rect">
            <a:avLst/>
          </a:prstGeom>
          <a:noFill/>
          <a:ln w="9525">
            <a:noFill/>
          </a:ln>
        </p:spPr>
        <p:txBody>
          <a:bodyPr wrap="square" lIns="90000" tIns="46800" rIns="90000" bIns="46800" anchor="b" anchorCtr="0"/>
          <a:p>
            <a:pPr marL="215900" lvl="0" indent="-213995" algn="r" defTabSz="457200">
              <a:buClrTx/>
              <a:buSzPct val="45000"/>
              <a:buFontTx/>
              <a:tabLst>
                <a:tab pos="723900" algn="l"/>
                <a:tab pos="1447800" algn="l"/>
                <a:tab pos="2171700" algn="l"/>
                <a:tab pos="2895600" algn="l"/>
              </a:tabLst>
            </a:pPr>
            <a:fld id="{9A0DB2DC-4C9A-4742-B13C-FB6460FD3503}" type="slidenum">
              <a:rPr lang="ru-RU" altLang="x-none" sz="1200" dirty="0" err="1">
                <a:latin typeface="Times New Roman" panose="02020603050405020304" pitchFamily="16" charset="0"/>
                <a:ea typeface="Arial Unicode MS" charset="-122"/>
              </a:rPr>
            </a:fld>
            <a:endParaRPr lang="ru-RU" altLang="x-none" sz="1200" dirty="0" err="1">
              <a:latin typeface="Times New Roman" panose="02020603050405020304" pitchFamily="16" charset="0"/>
              <a:ea typeface="Arial Unicode MS" charset="-122"/>
            </a:endParaRPr>
          </a:p>
        </p:txBody>
      </p:sp>
      <p:sp>
        <p:nvSpPr>
          <p:cNvPr id="39939" name="Slide Image Placeholder 97280"/>
          <p:cNvSpPr>
            <a:spLocks noGrp="1"/>
          </p:cNvSpPr>
          <p:nvPr>
            <p:ph type="sldImg"/>
          </p:nvPr>
        </p:nvSpPr>
        <p:spPr>
          <a:xfrm>
            <a:off x="1143000" y="685800"/>
            <a:ext cx="4572000" cy="3429000"/>
          </a:xfrm>
          <a:solidFill>
            <a:srgbClr val="FFFFFF"/>
          </a:solidFill>
          <a:ln cap="flat"/>
        </p:spPr>
      </p:sp>
      <p:sp>
        <p:nvSpPr>
          <p:cNvPr id="39940" name="Text Placeholder 97281"/>
          <p:cNvSpPr>
            <a:spLocks noGrp="1"/>
          </p:cNvSpPr>
          <p:nvPr>
            <p:ph type="body"/>
          </p:nvPr>
        </p:nvSpPr>
        <p:spPr>
          <a:xfrm>
            <a:off x="685800" y="4343400"/>
            <a:ext cx="5486400" cy="4114800"/>
          </a:xfrm>
        </p:spPr>
        <p:txBody>
          <a:bodyPr wrap="none" lIns="90000" tIns="46800" rIns="90000" bIns="46800" anchor="ctr" anchorCtr="0"/>
          <a:p>
            <a:pPr lvl="0"/>
            <a:endParaRPr lang="en-GB" altLang="en-US"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39938" name="Slide Number Placeholder 1"/>
          <p:cNvSpPr/>
          <p:nvPr>
            <p:ph type="sldNum" sz="quarter"/>
          </p:nvPr>
        </p:nvSpPr>
        <p:spPr>
          <a:xfrm>
            <a:off x="3884613" y="8685213"/>
            <a:ext cx="2968625" cy="454025"/>
          </a:xfrm>
          <a:prstGeom prst="rect">
            <a:avLst/>
          </a:prstGeom>
          <a:noFill/>
          <a:ln w="9525">
            <a:noFill/>
          </a:ln>
        </p:spPr>
        <p:txBody>
          <a:bodyPr wrap="square" lIns="90000" tIns="46800" rIns="90000" bIns="46800" anchor="b" anchorCtr="0"/>
          <a:p>
            <a:pPr marL="215900" lvl="0" indent="-213995" algn="r" defTabSz="457200">
              <a:buClrTx/>
              <a:buSzPct val="45000"/>
              <a:buFontTx/>
              <a:tabLst>
                <a:tab pos="723900" algn="l"/>
                <a:tab pos="1447800" algn="l"/>
                <a:tab pos="2171700" algn="l"/>
                <a:tab pos="2895600" algn="l"/>
              </a:tabLst>
            </a:pPr>
            <a:fld id="{9A0DB2DC-4C9A-4742-B13C-FB6460FD3503}" type="slidenum">
              <a:rPr lang="ru-RU" altLang="x-none" sz="1200" dirty="0" err="1">
                <a:latin typeface="Times New Roman" panose="02020603050405020304" pitchFamily="16" charset="0"/>
                <a:ea typeface="Arial Unicode MS" charset="-122"/>
              </a:rPr>
            </a:fld>
            <a:endParaRPr lang="ru-RU" altLang="x-none" sz="1200" dirty="0" err="1">
              <a:latin typeface="Times New Roman" panose="02020603050405020304" pitchFamily="16" charset="0"/>
              <a:ea typeface="Arial Unicode MS" charset="-122"/>
            </a:endParaRPr>
          </a:p>
        </p:txBody>
      </p:sp>
      <p:sp>
        <p:nvSpPr>
          <p:cNvPr id="39939" name="Slide Image Placeholder 97280"/>
          <p:cNvSpPr>
            <a:spLocks noGrp="1"/>
          </p:cNvSpPr>
          <p:nvPr>
            <p:ph type="sldImg"/>
          </p:nvPr>
        </p:nvSpPr>
        <p:spPr>
          <a:xfrm>
            <a:off x="1143000" y="685800"/>
            <a:ext cx="4572000" cy="3429000"/>
          </a:xfrm>
          <a:solidFill>
            <a:srgbClr val="FFFFFF"/>
          </a:solidFill>
          <a:ln cap="flat"/>
        </p:spPr>
      </p:sp>
      <p:sp>
        <p:nvSpPr>
          <p:cNvPr id="39940" name="Text Placeholder 97281"/>
          <p:cNvSpPr>
            <a:spLocks noGrp="1"/>
          </p:cNvSpPr>
          <p:nvPr>
            <p:ph type="body"/>
          </p:nvPr>
        </p:nvSpPr>
        <p:spPr>
          <a:xfrm>
            <a:off x="685800" y="4343400"/>
            <a:ext cx="5486400" cy="4114800"/>
          </a:xfrm>
        </p:spPr>
        <p:txBody>
          <a:bodyPr wrap="none" lIns="90000" tIns="46800" rIns="90000" bIns="46800" anchor="ctr" anchorCtr="0"/>
          <a:p>
            <a:pPr lvl="0"/>
            <a:endParaRPr lang="en-GB" altLang="en-US"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39938" name="Slide Number Placeholder 1"/>
          <p:cNvSpPr/>
          <p:nvPr>
            <p:ph type="sldNum" sz="quarter"/>
          </p:nvPr>
        </p:nvSpPr>
        <p:spPr>
          <a:xfrm>
            <a:off x="3884613" y="8685213"/>
            <a:ext cx="2968625" cy="454025"/>
          </a:xfrm>
          <a:prstGeom prst="rect">
            <a:avLst/>
          </a:prstGeom>
          <a:noFill/>
          <a:ln w="9525">
            <a:noFill/>
          </a:ln>
        </p:spPr>
        <p:txBody>
          <a:bodyPr wrap="square" lIns="90000" tIns="46800" rIns="90000" bIns="46800" anchor="b" anchorCtr="0"/>
          <a:p>
            <a:pPr marL="215900" lvl="0" indent="-213995" algn="r" defTabSz="457200">
              <a:buClrTx/>
              <a:buSzPct val="45000"/>
              <a:buFontTx/>
              <a:tabLst>
                <a:tab pos="723900" algn="l"/>
                <a:tab pos="1447800" algn="l"/>
                <a:tab pos="2171700" algn="l"/>
                <a:tab pos="2895600" algn="l"/>
              </a:tabLst>
            </a:pPr>
            <a:fld id="{9A0DB2DC-4C9A-4742-B13C-FB6460FD3503}" type="slidenum">
              <a:rPr lang="ru-RU" altLang="x-none" sz="1200" dirty="0" err="1">
                <a:latin typeface="Times New Roman" panose="02020603050405020304" pitchFamily="16" charset="0"/>
                <a:ea typeface="Arial Unicode MS" charset="-122"/>
              </a:rPr>
            </a:fld>
            <a:endParaRPr lang="ru-RU" altLang="x-none" sz="1200" dirty="0" err="1">
              <a:latin typeface="Times New Roman" panose="02020603050405020304" pitchFamily="16" charset="0"/>
              <a:ea typeface="Arial Unicode MS" charset="-122"/>
            </a:endParaRPr>
          </a:p>
        </p:txBody>
      </p:sp>
      <p:sp>
        <p:nvSpPr>
          <p:cNvPr id="39939" name="Slide Image Placeholder 97280"/>
          <p:cNvSpPr>
            <a:spLocks noGrp="1"/>
          </p:cNvSpPr>
          <p:nvPr>
            <p:ph type="sldImg"/>
          </p:nvPr>
        </p:nvSpPr>
        <p:spPr>
          <a:xfrm>
            <a:off x="1143000" y="685800"/>
            <a:ext cx="4572000" cy="3429000"/>
          </a:xfrm>
          <a:solidFill>
            <a:srgbClr val="FFFFFF"/>
          </a:solidFill>
          <a:ln cap="flat"/>
        </p:spPr>
      </p:sp>
      <p:sp>
        <p:nvSpPr>
          <p:cNvPr id="39940" name="Text Placeholder 97281"/>
          <p:cNvSpPr>
            <a:spLocks noGrp="1"/>
          </p:cNvSpPr>
          <p:nvPr>
            <p:ph type="body"/>
          </p:nvPr>
        </p:nvSpPr>
        <p:spPr>
          <a:xfrm>
            <a:off x="685800" y="4343400"/>
            <a:ext cx="5486400" cy="4114800"/>
          </a:xfrm>
        </p:spPr>
        <p:txBody>
          <a:bodyPr wrap="none" lIns="90000" tIns="46800" rIns="90000" bIns="46800" anchor="ctr" anchorCtr="0"/>
          <a:p>
            <a:pPr lvl="0"/>
            <a:endParaRPr lang="en-GB" altLang="en-US"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39938" name="Slide Number Placeholder 1"/>
          <p:cNvSpPr/>
          <p:nvPr>
            <p:ph type="sldNum" sz="quarter"/>
          </p:nvPr>
        </p:nvSpPr>
        <p:spPr>
          <a:xfrm>
            <a:off x="3884613" y="8685213"/>
            <a:ext cx="2968625" cy="454025"/>
          </a:xfrm>
          <a:prstGeom prst="rect">
            <a:avLst/>
          </a:prstGeom>
          <a:noFill/>
          <a:ln w="9525">
            <a:noFill/>
          </a:ln>
        </p:spPr>
        <p:txBody>
          <a:bodyPr wrap="square" lIns="90000" tIns="46800" rIns="90000" bIns="46800" anchor="b" anchorCtr="0"/>
          <a:p>
            <a:pPr marL="215900" lvl="0" indent="-213995" algn="r" defTabSz="457200">
              <a:buClrTx/>
              <a:buSzPct val="45000"/>
              <a:buFontTx/>
              <a:tabLst>
                <a:tab pos="723900" algn="l"/>
                <a:tab pos="1447800" algn="l"/>
                <a:tab pos="2171700" algn="l"/>
                <a:tab pos="2895600" algn="l"/>
              </a:tabLst>
            </a:pPr>
            <a:fld id="{9A0DB2DC-4C9A-4742-B13C-FB6460FD3503}" type="slidenum">
              <a:rPr lang="ru-RU" altLang="x-none" sz="1200" dirty="0" err="1">
                <a:latin typeface="Times New Roman" panose="02020603050405020304" pitchFamily="16" charset="0"/>
                <a:ea typeface="Arial Unicode MS" charset="-122"/>
              </a:rPr>
            </a:fld>
            <a:endParaRPr lang="ru-RU" altLang="x-none" sz="1200" dirty="0" err="1">
              <a:latin typeface="Times New Roman" panose="02020603050405020304" pitchFamily="16" charset="0"/>
              <a:ea typeface="Arial Unicode MS" charset="-122"/>
            </a:endParaRPr>
          </a:p>
        </p:txBody>
      </p:sp>
      <p:sp>
        <p:nvSpPr>
          <p:cNvPr id="39939" name="Slide Image Placeholder 97280"/>
          <p:cNvSpPr>
            <a:spLocks noGrp="1"/>
          </p:cNvSpPr>
          <p:nvPr>
            <p:ph type="sldImg"/>
          </p:nvPr>
        </p:nvSpPr>
        <p:spPr>
          <a:xfrm>
            <a:off x="1143000" y="685800"/>
            <a:ext cx="4572000" cy="3429000"/>
          </a:xfrm>
          <a:solidFill>
            <a:srgbClr val="FFFFFF"/>
          </a:solidFill>
          <a:ln cap="flat"/>
        </p:spPr>
      </p:sp>
      <p:sp>
        <p:nvSpPr>
          <p:cNvPr id="39940" name="Text Placeholder 97281"/>
          <p:cNvSpPr>
            <a:spLocks noGrp="1"/>
          </p:cNvSpPr>
          <p:nvPr>
            <p:ph type="body"/>
          </p:nvPr>
        </p:nvSpPr>
        <p:spPr>
          <a:xfrm>
            <a:off x="685800" y="4343400"/>
            <a:ext cx="5486400" cy="4114800"/>
          </a:xfrm>
        </p:spPr>
        <p:txBody>
          <a:bodyPr wrap="none" lIns="90000" tIns="46800" rIns="90000" bIns="46800" anchor="ctr" anchorCtr="0"/>
          <a:p>
            <a:pPr lvl="0"/>
            <a:endParaRPr lang="en-GB" altLang="en-US"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39938" name="Slide Number Placeholder 1"/>
          <p:cNvSpPr/>
          <p:nvPr>
            <p:ph type="sldNum" sz="quarter"/>
          </p:nvPr>
        </p:nvSpPr>
        <p:spPr>
          <a:xfrm>
            <a:off x="3884613" y="8685213"/>
            <a:ext cx="2968625" cy="454025"/>
          </a:xfrm>
          <a:prstGeom prst="rect">
            <a:avLst/>
          </a:prstGeom>
          <a:noFill/>
          <a:ln w="9525">
            <a:noFill/>
          </a:ln>
        </p:spPr>
        <p:txBody>
          <a:bodyPr wrap="square" lIns="90000" tIns="46800" rIns="90000" bIns="46800" anchor="b" anchorCtr="0"/>
          <a:p>
            <a:pPr marL="215900" lvl="0" indent="-213995" algn="r" defTabSz="457200">
              <a:buClrTx/>
              <a:buSzPct val="45000"/>
              <a:buFontTx/>
              <a:tabLst>
                <a:tab pos="723900" algn="l"/>
                <a:tab pos="1447800" algn="l"/>
                <a:tab pos="2171700" algn="l"/>
                <a:tab pos="2895600" algn="l"/>
              </a:tabLst>
            </a:pPr>
            <a:fld id="{9A0DB2DC-4C9A-4742-B13C-FB6460FD3503}" type="slidenum">
              <a:rPr lang="ru-RU" altLang="x-none" sz="1200" dirty="0" err="1">
                <a:latin typeface="Times New Roman" panose="02020603050405020304" pitchFamily="16" charset="0"/>
                <a:ea typeface="Arial Unicode MS" charset="-122"/>
              </a:rPr>
            </a:fld>
            <a:endParaRPr lang="ru-RU" altLang="x-none" sz="1200" dirty="0" err="1">
              <a:latin typeface="Times New Roman" panose="02020603050405020304" pitchFamily="16" charset="0"/>
              <a:ea typeface="Arial Unicode MS" charset="-122"/>
            </a:endParaRPr>
          </a:p>
        </p:txBody>
      </p:sp>
      <p:sp>
        <p:nvSpPr>
          <p:cNvPr id="39939" name="Slide Image Placeholder 97280"/>
          <p:cNvSpPr>
            <a:spLocks noGrp="1"/>
          </p:cNvSpPr>
          <p:nvPr>
            <p:ph type="sldImg"/>
          </p:nvPr>
        </p:nvSpPr>
        <p:spPr>
          <a:xfrm>
            <a:off x="1143000" y="685800"/>
            <a:ext cx="4572000" cy="3429000"/>
          </a:xfrm>
          <a:solidFill>
            <a:srgbClr val="FFFFFF"/>
          </a:solidFill>
          <a:ln cap="flat"/>
        </p:spPr>
      </p:sp>
      <p:sp>
        <p:nvSpPr>
          <p:cNvPr id="39940" name="Text Placeholder 97281"/>
          <p:cNvSpPr>
            <a:spLocks noGrp="1"/>
          </p:cNvSpPr>
          <p:nvPr>
            <p:ph type="body"/>
          </p:nvPr>
        </p:nvSpPr>
        <p:spPr>
          <a:xfrm>
            <a:off x="685800" y="4343400"/>
            <a:ext cx="5486400" cy="4114800"/>
          </a:xfrm>
        </p:spPr>
        <p:txBody>
          <a:bodyPr wrap="none" lIns="90000" tIns="46800" rIns="90000" bIns="46800" anchor="ctr" anchorCtr="0"/>
          <a:p>
            <a:pPr lvl="0"/>
            <a:endParaRPr lang="en-GB" altLang="en-US"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39938" name="Slide Number Placeholder 1"/>
          <p:cNvSpPr/>
          <p:nvPr>
            <p:ph type="sldNum" sz="quarter"/>
          </p:nvPr>
        </p:nvSpPr>
        <p:spPr>
          <a:xfrm>
            <a:off x="3884613" y="8685213"/>
            <a:ext cx="2968625" cy="454025"/>
          </a:xfrm>
          <a:prstGeom prst="rect">
            <a:avLst/>
          </a:prstGeom>
          <a:noFill/>
          <a:ln w="9525">
            <a:noFill/>
          </a:ln>
        </p:spPr>
        <p:txBody>
          <a:bodyPr wrap="square" lIns="90000" tIns="46800" rIns="90000" bIns="46800" anchor="b" anchorCtr="0"/>
          <a:p>
            <a:pPr marL="215900" lvl="0" indent="-213995" algn="r" defTabSz="457200">
              <a:buClrTx/>
              <a:buSzPct val="45000"/>
              <a:buFontTx/>
              <a:tabLst>
                <a:tab pos="723900" algn="l"/>
                <a:tab pos="1447800" algn="l"/>
                <a:tab pos="2171700" algn="l"/>
                <a:tab pos="2895600" algn="l"/>
              </a:tabLst>
            </a:pPr>
            <a:fld id="{9A0DB2DC-4C9A-4742-B13C-FB6460FD3503}" type="slidenum">
              <a:rPr lang="ru-RU" altLang="x-none" sz="1200" dirty="0" err="1">
                <a:latin typeface="Times New Roman" panose="02020603050405020304" pitchFamily="16" charset="0"/>
                <a:ea typeface="Arial Unicode MS" charset="-122"/>
              </a:rPr>
            </a:fld>
            <a:endParaRPr lang="ru-RU" altLang="x-none" sz="1200" dirty="0" err="1">
              <a:latin typeface="Times New Roman" panose="02020603050405020304" pitchFamily="16" charset="0"/>
              <a:ea typeface="Arial Unicode MS" charset="-122"/>
            </a:endParaRPr>
          </a:p>
        </p:txBody>
      </p:sp>
      <p:sp>
        <p:nvSpPr>
          <p:cNvPr id="39939" name="Slide Image Placeholder 97280"/>
          <p:cNvSpPr>
            <a:spLocks noGrp="1"/>
          </p:cNvSpPr>
          <p:nvPr>
            <p:ph type="sldImg"/>
          </p:nvPr>
        </p:nvSpPr>
        <p:spPr>
          <a:xfrm>
            <a:off x="1143000" y="685800"/>
            <a:ext cx="4572000" cy="3429000"/>
          </a:xfrm>
          <a:solidFill>
            <a:srgbClr val="FFFFFF"/>
          </a:solidFill>
          <a:ln cap="flat"/>
        </p:spPr>
      </p:sp>
      <p:sp>
        <p:nvSpPr>
          <p:cNvPr id="39940" name="Text Placeholder 97281"/>
          <p:cNvSpPr>
            <a:spLocks noGrp="1"/>
          </p:cNvSpPr>
          <p:nvPr>
            <p:ph type="body"/>
          </p:nvPr>
        </p:nvSpPr>
        <p:spPr>
          <a:xfrm>
            <a:off x="685800" y="4343400"/>
            <a:ext cx="5486400" cy="4114800"/>
          </a:xfrm>
        </p:spPr>
        <p:txBody>
          <a:bodyPr wrap="none" lIns="90000" tIns="46800" rIns="90000" bIns="46800" anchor="ctr" anchorCtr="0"/>
          <a:p>
            <a:pPr lvl="0"/>
            <a:endParaRPr lang="en-GB" altLang="en-US"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39938" name="Slide Number Placeholder 1"/>
          <p:cNvSpPr/>
          <p:nvPr>
            <p:ph type="sldNum" sz="quarter"/>
          </p:nvPr>
        </p:nvSpPr>
        <p:spPr>
          <a:xfrm>
            <a:off x="3884613" y="8685213"/>
            <a:ext cx="2968625" cy="454025"/>
          </a:xfrm>
          <a:prstGeom prst="rect">
            <a:avLst/>
          </a:prstGeom>
          <a:noFill/>
          <a:ln w="9525">
            <a:noFill/>
          </a:ln>
        </p:spPr>
        <p:txBody>
          <a:bodyPr wrap="square" lIns="90000" tIns="46800" rIns="90000" bIns="46800" anchor="b" anchorCtr="0"/>
          <a:p>
            <a:pPr marL="215900" lvl="0" indent="-213995" algn="r" defTabSz="457200">
              <a:buClrTx/>
              <a:buSzPct val="45000"/>
              <a:buFontTx/>
              <a:tabLst>
                <a:tab pos="723900" algn="l"/>
                <a:tab pos="1447800" algn="l"/>
                <a:tab pos="2171700" algn="l"/>
                <a:tab pos="2895600" algn="l"/>
              </a:tabLst>
            </a:pPr>
            <a:fld id="{9A0DB2DC-4C9A-4742-B13C-FB6460FD3503}" type="slidenum">
              <a:rPr lang="ru-RU" altLang="x-none" sz="1200" dirty="0" err="1">
                <a:latin typeface="Times New Roman" panose="02020603050405020304" pitchFamily="16" charset="0"/>
                <a:ea typeface="Arial Unicode MS" charset="-122"/>
              </a:rPr>
            </a:fld>
            <a:endParaRPr lang="ru-RU" altLang="x-none" sz="1200" dirty="0" err="1">
              <a:latin typeface="Times New Roman" panose="02020603050405020304" pitchFamily="16" charset="0"/>
              <a:ea typeface="Arial Unicode MS" charset="-122"/>
            </a:endParaRPr>
          </a:p>
        </p:txBody>
      </p:sp>
      <p:sp>
        <p:nvSpPr>
          <p:cNvPr id="39939" name="Slide Image Placeholder 97280"/>
          <p:cNvSpPr>
            <a:spLocks noGrp="1"/>
          </p:cNvSpPr>
          <p:nvPr>
            <p:ph type="sldImg"/>
          </p:nvPr>
        </p:nvSpPr>
        <p:spPr>
          <a:xfrm>
            <a:off x="1143000" y="685800"/>
            <a:ext cx="4572000" cy="3429000"/>
          </a:xfrm>
          <a:solidFill>
            <a:srgbClr val="FFFFFF"/>
          </a:solidFill>
          <a:ln cap="flat"/>
        </p:spPr>
      </p:sp>
      <p:sp>
        <p:nvSpPr>
          <p:cNvPr id="39940" name="Text Placeholder 97281"/>
          <p:cNvSpPr>
            <a:spLocks noGrp="1"/>
          </p:cNvSpPr>
          <p:nvPr>
            <p:ph type="body"/>
          </p:nvPr>
        </p:nvSpPr>
        <p:spPr>
          <a:xfrm>
            <a:off x="685800" y="4343400"/>
            <a:ext cx="5486400" cy="4114800"/>
          </a:xfrm>
        </p:spPr>
        <p:txBody>
          <a:bodyPr wrap="none" lIns="90000" tIns="46800" rIns="90000" bIns="46800" anchor="ctr" anchorCtr="0"/>
          <a:p>
            <a:pPr lvl="0"/>
            <a:endParaRPr lang="en-GB" altLang="en-US"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39938" name="Slide Number Placeholder 1"/>
          <p:cNvSpPr/>
          <p:nvPr>
            <p:ph type="sldNum" sz="quarter"/>
          </p:nvPr>
        </p:nvSpPr>
        <p:spPr>
          <a:xfrm>
            <a:off x="3884613" y="8685213"/>
            <a:ext cx="2968625" cy="454025"/>
          </a:xfrm>
          <a:prstGeom prst="rect">
            <a:avLst/>
          </a:prstGeom>
          <a:noFill/>
          <a:ln w="9525">
            <a:noFill/>
          </a:ln>
        </p:spPr>
        <p:txBody>
          <a:bodyPr wrap="square" lIns="90000" tIns="46800" rIns="90000" bIns="46800" anchor="b" anchorCtr="0"/>
          <a:p>
            <a:pPr marL="215900" lvl="0" indent="-213995" algn="r" defTabSz="457200">
              <a:buClrTx/>
              <a:buSzPct val="45000"/>
              <a:buFontTx/>
              <a:tabLst>
                <a:tab pos="723900" algn="l"/>
                <a:tab pos="1447800" algn="l"/>
                <a:tab pos="2171700" algn="l"/>
                <a:tab pos="2895600" algn="l"/>
              </a:tabLst>
            </a:pPr>
            <a:fld id="{9A0DB2DC-4C9A-4742-B13C-FB6460FD3503}" type="slidenum">
              <a:rPr lang="ru-RU" altLang="x-none" sz="1200" dirty="0" err="1">
                <a:latin typeface="Times New Roman" panose="02020603050405020304" pitchFamily="16" charset="0"/>
                <a:ea typeface="Arial Unicode MS" charset="-122"/>
              </a:rPr>
            </a:fld>
            <a:endParaRPr lang="ru-RU" altLang="x-none" sz="1200" dirty="0" err="1">
              <a:latin typeface="Times New Roman" panose="02020603050405020304" pitchFamily="16" charset="0"/>
              <a:ea typeface="Arial Unicode MS" charset="-122"/>
            </a:endParaRPr>
          </a:p>
        </p:txBody>
      </p:sp>
      <p:sp>
        <p:nvSpPr>
          <p:cNvPr id="39939" name="Slide Image Placeholder 97280"/>
          <p:cNvSpPr>
            <a:spLocks noGrp="1"/>
          </p:cNvSpPr>
          <p:nvPr>
            <p:ph type="sldImg"/>
          </p:nvPr>
        </p:nvSpPr>
        <p:spPr>
          <a:xfrm>
            <a:off x="1143000" y="685800"/>
            <a:ext cx="4572000" cy="3429000"/>
          </a:xfrm>
          <a:solidFill>
            <a:srgbClr val="FFFFFF"/>
          </a:solidFill>
          <a:ln cap="flat"/>
        </p:spPr>
      </p:sp>
      <p:sp>
        <p:nvSpPr>
          <p:cNvPr id="39940" name="Text Placeholder 97281"/>
          <p:cNvSpPr>
            <a:spLocks noGrp="1"/>
          </p:cNvSpPr>
          <p:nvPr>
            <p:ph type="body"/>
          </p:nvPr>
        </p:nvSpPr>
        <p:spPr>
          <a:xfrm>
            <a:off x="685800" y="4343400"/>
            <a:ext cx="5486400" cy="4114800"/>
          </a:xfrm>
        </p:spPr>
        <p:txBody>
          <a:bodyPr wrap="none" lIns="90000" tIns="46800" rIns="90000" bIns="46800" anchor="ctr" anchorCtr="0"/>
          <a:p>
            <a:pPr lvl="0"/>
            <a:endParaRPr lang="en-GB" altLang="en-US"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39938" name="Slide Number Placeholder 1"/>
          <p:cNvSpPr/>
          <p:nvPr>
            <p:ph type="sldNum" sz="quarter"/>
          </p:nvPr>
        </p:nvSpPr>
        <p:spPr>
          <a:xfrm>
            <a:off x="3884613" y="8685213"/>
            <a:ext cx="2968625" cy="454025"/>
          </a:xfrm>
          <a:prstGeom prst="rect">
            <a:avLst/>
          </a:prstGeom>
          <a:noFill/>
          <a:ln w="9525">
            <a:noFill/>
          </a:ln>
        </p:spPr>
        <p:txBody>
          <a:bodyPr wrap="square" lIns="90000" tIns="46800" rIns="90000" bIns="46800" anchor="b" anchorCtr="0"/>
          <a:p>
            <a:pPr marL="215900" lvl="0" indent="-213995" algn="r" defTabSz="457200">
              <a:buClrTx/>
              <a:buSzPct val="45000"/>
              <a:buFontTx/>
              <a:tabLst>
                <a:tab pos="723900" algn="l"/>
                <a:tab pos="1447800" algn="l"/>
                <a:tab pos="2171700" algn="l"/>
                <a:tab pos="2895600" algn="l"/>
              </a:tabLst>
            </a:pPr>
            <a:fld id="{9A0DB2DC-4C9A-4742-B13C-FB6460FD3503}" type="slidenum">
              <a:rPr lang="ru-RU" altLang="x-none" sz="1200" dirty="0" err="1">
                <a:latin typeface="Times New Roman" panose="02020603050405020304" pitchFamily="16" charset="0"/>
                <a:ea typeface="Arial Unicode MS" charset="-122"/>
              </a:rPr>
            </a:fld>
            <a:endParaRPr lang="ru-RU" altLang="x-none" sz="1200" dirty="0" err="1">
              <a:latin typeface="Times New Roman" panose="02020603050405020304" pitchFamily="16" charset="0"/>
              <a:ea typeface="Arial Unicode MS" charset="-122"/>
            </a:endParaRPr>
          </a:p>
        </p:txBody>
      </p:sp>
      <p:sp>
        <p:nvSpPr>
          <p:cNvPr id="39939" name="Slide Image Placeholder 97280"/>
          <p:cNvSpPr>
            <a:spLocks noGrp="1"/>
          </p:cNvSpPr>
          <p:nvPr>
            <p:ph type="sldImg"/>
          </p:nvPr>
        </p:nvSpPr>
        <p:spPr>
          <a:xfrm>
            <a:off x="1143000" y="685800"/>
            <a:ext cx="4572000" cy="3429000"/>
          </a:xfrm>
          <a:solidFill>
            <a:srgbClr val="FFFFFF"/>
          </a:solidFill>
          <a:ln cap="flat"/>
        </p:spPr>
      </p:sp>
      <p:sp>
        <p:nvSpPr>
          <p:cNvPr id="39940" name="Text Placeholder 97281"/>
          <p:cNvSpPr>
            <a:spLocks noGrp="1"/>
          </p:cNvSpPr>
          <p:nvPr>
            <p:ph type="body"/>
          </p:nvPr>
        </p:nvSpPr>
        <p:spPr>
          <a:xfrm>
            <a:off x="685800" y="4343400"/>
            <a:ext cx="5486400" cy="4114800"/>
          </a:xfrm>
        </p:spPr>
        <p:txBody>
          <a:bodyPr wrap="none" lIns="90000" tIns="46800" rIns="90000" bIns="46800" anchor="ctr" anchorCtr="0"/>
          <a:p>
            <a:pPr lvl="0"/>
            <a:endParaRPr lang="en-GB" altLang="en-US"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39938" name="Slide Number Placeholder 1"/>
          <p:cNvSpPr/>
          <p:nvPr>
            <p:ph type="sldNum" sz="quarter"/>
          </p:nvPr>
        </p:nvSpPr>
        <p:spPr>
          <a:xfrm>
            <a:off x="3884613" y="8685213"/>
            <a:ext cx="2968625" cy="454025"/>
          </a:xfrm>
          <a:prstGeom prst="rect">
            <a:avLst/>
          </a:prstGeom>
          <a:noFill/>
          <a:ln w="9525">
            <a:noFill/>
          </a:ln>
        </p:spPr>
        <p:txBody>
          <a:bodyPr wrap="square" lIns="90000" tIns="46800" rIns="90000" bIns="46800" anchor="b" anchorCtr="0"/>
          <a:p>
            <a:pPr marL="215900" lvl="0" indent="-213995" algn="r" defTabSz="457200">
              <a:buClrTx/>
              <a:buSzPct val="45000"/>
              <a:buFontTx/>
              <a:tabLst>
                <a:tab pos="723900" algn="l"/>
                <a:tab pos="1447800" algn="l"/>
                <a:tab pos="2171700" algn="l"/>
                <a:tab pos="2895600" algn="l"/>
              </a:tabLst>
            </a:pPr>
            <a:fld id="{9A0DB2DC-4C9A-4742-B13C-FB6460FD3503}" type="slidenum">
              <a:rPr lang="ru-RU" altLang="x-none" sz="1200" dirty="0" err="1">
                <a:latin typeface="Times New Roman" panose="02020603050405020304" pitchFamily="16" charset="0"/>
                <a:ea typeface="Arial Unicode MS" charset="-122"/>
              </a:rPr>
            </a:fld>
            <a:endParaRPr lang="ru-RU" altLang="x-none" sz="1200" dirty="0" err="1">
              <a:latin typeface="Times New Roman" panose="02020603050405020304" pitchFamily="16" charset="0"/>
              <a:ea typeface="Arial Unicode MS" charset="-122"/>
            </a:endParaRPr>
          </a:p>
        </p:txBody>
      </p:sp>
      <p:sp>
        <p:nvSpPr>
          <p:cNvPr id="39939" name="Slide Image Placeholder 97280"/>
          <p:cNvSpPr>
            <a:spLocks noGrp="1"/>
          </p:cNvSpPr>
          <p:nvPr>
            <p:ph type="sldImg"/>
          </p:nvPr>
        </p:nvSpPr>
        <p:spPr>
          <a:xfrm>
            <a:off x="1143000" y="685800"/>
            <a:ext cx="4572000" cy="3429000"/>
          </a:xfrm>
          <a:solidFill>
            <a:srgbClr val="FFFFFF"/>
          </a:solidFill>
          <a:ln cap="flat"/>
        </p:spPr>
      </p:sp>
      <p:sp>
        <p:nvSpPr>
          <p:cNvPr id="39940" name="Text Placeholder 97281"/>
          <p:cNvSpPr>
            <a:spLocks noGrp="1"/>
          </p:cNvSpPr>
          <p:nvPr>
            <p:ph type="body"/>
          </p:nvPr>
        </p:nvSpPr>
        <p:spPr>
          <a:xfrm>
            <a:off x="685800" y="4343400"/>
            <a:ext cx="5486400" cy="4114800"/>
          </a:xfrm>
        </p:spPr>
        <p:txBody>
          <a:bodyPr wrap="none" lIns="90000" tIns="46800" rIns="90000" bIns="46800" anchor="ctr" anchorCtr="0"/>
          <a:p>
            <a:pPr lvl="0"/>
            <a:endParaRPr lang="en-GB" altLang="en-US"/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39938" name="Slide Number Placeholder 1"/>
          <p:cNvSpPr/>
          <p:nvPr>
            <p:ph type="sldNum" sz="quarter"/>
          </p:nvPr>
        </p:nvSpPr>
        <p:spPr>
          <a:xfrm>
            <a:off x="3884613" y="8685213"/>
            <a:ext cx="2968625" cy="454025"/>
          </a:xfrm>
          <a:prstGeom prst="rect">
            <a:avLst/>
          </a:prstGeom>
          <a:noFill/>
          <a:ln w="9525">
            <a:noFill/>
          </a:ln>
        </p:spPr>
        <p:txBody>
          <a:bodyPr wrap="square" lIns="90000" tIns="46800" rIns="90000" bIns="46800" anchor="b" anchorCtr="0"/>
          <a:p>
            <a:pPr marL="215900" lvl="0" indent="-213995" algn="r" defTabSz="457200">
              <a:buClrTx/>
              <a:buSzPct val="45000"/>
              <a:buFontTx/>
              <a:tabLst>
                <a:tab pos="723900" algn="l"/>
                <a:tab pos="1447800" algn="l"/>
                <a:tab pos="2171700" algn="l"/>
                <a:tab pos="2895600" algn="l"/>
              </a:tabLst>
            </a:pPr>
            <a:fld id="{9A0DB2DC-4C9A-4742-B13C-FB6460FD3503}" type="slidenum">
              <a:rPr lang="ru-RU" altLang="x-none" sz="1200" dirty="0" err="1">
                <a:latin typeface="Times New Roman" panose="02020603050405020304" pitchFamily="16" charset="0"/>
                <a:ea typeface="Arial Unicode MS" charset="-122"/>
              </a:rPr>
            </a:fld>
            <a:endParaRPr lang="ru-RU" altLang="x-none" sz="1200" dirty="0" err="1">
              <a:latin typeface="Times New Roman" panose="02020603050405020304" pitchFamily="16" charset="0"/>
              <a:ea typeface="Arial Unicode MS" charset="-122"/>
            </a:endParaRPr>
          </a:p>
        </p:txBody>
      </p:sp>
      <p:sp>
        <p:nvSpPr>
          <p:cNvPr id="39939" name="Slide Image Placeholder 97280"/>
          <p:cNvSpPr>
            <a:spLocks noGrp="1"/>
          </p:cNvSpPr>
          <p:nvPr>
            <p:ph type="sldImg"/>
          </p:nvPr>
        </p:nvSpPr>
        <p:spPr>
          <a:xfrm>
            <a:off x="1143000" y="685800"/>
            <a:ext cx="4572000" cy="3429000"/>
          </a:xfrm>
          <a:solidFill>
            <a:srgbClr val="FFFFFF"/>
          </a:solidFill>
          <a:ln cap="flat"/>
        </p:spPr>
      </p:sp>
      <p:sp>
        <p:nvSpPr>
          <p:cNvPr id="39940" name="Text Placeholder 97281"/>
          <p:cNvSpPr>
            <a:spLocks noGrp="1"/>
          </p:cNvSpPr>
          <p:nvPr>
            <p:ph type="body"/>
          </p:nvPr>
        </p:nvSpPr>
        <p:spPr>
          <a:xfrm>
            <a:off x="685800" y="4343400"/>
            <a:ext cx="5486400" cy="4114800"/>
          </a:xfrm>
        </p:spPr>
        <p:txBody>
          <a:bodyPr wrap="none" lIns="90000" tIns="46800" rIns="90000" bIns="46800" anchor="ctr" anchorCtr="0"/>
          <a:p>
            <a:pPr lvl="0"/>
            <a:endParaRPr lang="en-GB" altLang="en-US"/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39938" name="Slide Number Placeholder 1"/>
          <p:cNvSpPr/>
          <p:nvPr>
            <p:ph type="sldNum" sz="quarter"/>
          </p:nvPr>
        </p:nvSpPr>
        <p:spPr>
          <a:xfrm>
            <a:off x="3884613" y="8685213"/>
            <a:ext cx="2968625" cy="454025"/>
          </a:xfrm>
          <a:prstGeom prst="rect">
            <a:avLst/>
          </a:prstGeom>
          <a:noFill/>
          <a:ln w="9525">
            <a:noFill/>
          </a:ln>
        </p:spPr>
        <p:txBody>
          <a:bodyPr wrap="square" lIns="90000" tIns="46800" rIns="90000" bIns="46800" anchor="b" anchorCtr="0"/>
          <a:p>
            <a:pPr marL="215900" lvl="0" indent="-213995" algn="r" defTabSz="457200">
              <a:buClrTx/>
              <a:buSzPct val="45000"/>
              <a:buFontTx/>
              <a:tabLst>
                <a:tab pos="723900" algn="l"/>
                <a:tab pos="1447800" algn="l"/>
                <a:tab pos="2171700" algn="l"/>
                <a:tab pos="2895600" algn="l"/>
              </a:tabLst>
            </a:pPr>
            <a:fld id="{9A0DB2DC-4C9A-4742-B13C-FB6460FD3503}" type="slidenum">
              <a:rPr lang="ru-RU" altLang="x-none" sz="1200" dirty="0" err="1">
                <a:latin typeface="Times New Roman" panose="02020603050405020304" pitchFamily="16" charset="0"/>
                <a:ea typeface="Arial Unicode MS" charset="-122"/>
              </a:rPr>
            </a:fld>
            <a:endParaRPr lang="ru-RU" altLang="x-none" sz="1200" dirty="0" err="1">
              <a:latin typeface="Times New Roman" panose="02020603050405020304" pitchFamily="16" charset="0"/>
              <a:ea typeface="Arial Unicode MS" charset="-122"/>
            </a:endParaRPr>
          </a:p>
        </p:txBody>
      </p:sp>
      <p:sp>
        <p:nvSpPr>
          <p:cNvPr id="39939" name="Slide Image Placeholder 97280"/>
          <p:cNvSpPr>
            <a:spLocks noGrp="1"/>
          </p:cNvSpPr>
          <p:nvPr>
            <p:ph type="sldImg"/>
          </p:nvPr>
        </p:nvSpPr>
        <p:spPr>
          <a:xfrm>
            <a:off x="1143000" y="685800"/>
            <a:ext cx="4572000" cy="3429000"/>
          </a:xfrm>
          <a:solidFill>
            <a:srgbClr val="FFFFFF"/>
          </a:solidFill>
          <a:ln cap="flat"/>
        </p:spPr>
      </p:sp>
      <p:sp>
        <p:nvSpPr>
          <p:cNvPr id="39940" name="Text Placeholder 97281"/>
          <p:cNvSpPr>
            <a:spLocks noGrp="1"/>
          </p:cNvSpPr>
          <p:nvPr>
            <p:ph type="body"/>
          </p:nvPr>
        </p:nvSpPr>
        <p:spPr>
          <a:xfrm>
            <a:off x="685800" y="4343400"/>
            <a:ext cx="5486400" cy="4114800"/>
          </a:xfrm>
        </p:spPr>
        <p:txBody>
          <a:bodyPr wrap="none" lIns="90000" tIns="46800" rIns="90000" bIns="46800" anchor="ctr" anchorCtr="0"/>
          <a:p>
            <a:pPr lvl="0"/>
            <a:endParaRPr lang="en-GB" altLang="en-US"/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150530" name="Slide Number Placeholder 1"/>
          <p:cNvSpPr/>
          <p:nvPr>
            <p:ph type="sldNum" sz="quarter"/>
          </p:nvPr>
        </p:nvSpPr>
        <p:spPr>
          <a:xfrm>
            <a:off x="3884613" y="8685213"/>
            <a:ext cx="2968625" cy="454025"/>
          </a:xfrm>
          <a:prstGeom prst="rect">
            <a:avLst/>
          </a:prstGeom>
          <a:noFill/>
          <a:ln w="9525">
            <a:noFill/>
          </a:ln>
        </p:spPr>
        <p:txBody>
          <a:bodyPr wrap="square" lIns="90000" tIns="46800" rIns="90000" bIns="46800" anchor="b" anchorCtr="0"/>
          <a:p>
            <a:pPr marL="215900" lvl="0" indent="-213995" algn="r" defTabSz="457200">
              <a:buClrTx/>
              <a:buSzPct val="45000"/>
              <a:buFontTx/>
              <a:tabLst>
                <a:tab pos="723900" algn="l"/>
                <a:tab pos="1447800" algn="l"/>
                <a:tab pos="2171700" algn="l"/>
                <a:tab pos="2895600" algn="l"/>
              </a:tabLst>
            </a:pPr>
            <a:fld id="{9A0DB2DC-4C9A-4742-B13C-FB6460FD3503}" type="slidenum">
              <a:rPr lang="ru-RU" altLang="x-none" sz="1200" dirty="0" err="1">
                <a:latin typeface="Times New Roman" panose="02020603050405020304" pitchFamily="16" charset="0"/>
                <a:ea typeface="Arial Unicode MS" charset="-122"/>
              </a:rPr>
            </a:fld>
            <a:endParaRPr lang="ru-RU" altLang="x-none" sz="1200" dirty="0" err="1">
              <a:latin typeface="Times New Roman" panose="02020603050405020304" pitchFamily="16" charset="0"/>
              <a:ea typeface="Arial Unicode MS" charset="-122"/>
            </a:endParaRPr>
          </a:p>
        </p:txBody>
      </p:sp>
      <p:sp>
        <p:nvSpPr>
          <p:cNvPr id="150531" name="Slide Image Placeholder 148480"/>
          <p:cNvSpPr>
            <a:spLocks noGrp="1"/>
          </p:cNvSpPr>
          <p:nvPr>
            <p:ph type="sldImg"/>
          </p:nvPr>
        </p:nvSpPr>
        <p:spPr>
          <a:xfrm>
            <a:off x="1143000" y="685800"/>
            <a:ext cx="4572000" cy="3429000"/>
          </a:xfrm>
          <a:solidFill>
            <a:srgbClr val="FFFFFF"/>
          </a:solidFill>
          <a:ln cap="flat"/>
        </p:spPr>
      </p:sp>
      <p:sp>
        <p:nvSpPr>
          <p:cNvPr id="150532" name="Text Placeholder 148481"/>
          <p:cNvSpPr>
            <a:spLocks noGrp="1"/>
          </p:cNvSpPr>
          <p:nvPr>
            <p:ph type="body"/>
          </p:nvPr>
        </p:nvSpPr>
        <p:spPr>
          <a:xfrm>
            <a:off x="685800" y="4343400"/>
            <a:ext cx="5486400" cy="4114800"/>
          </a:xfrm>
        </p:spPr>
        <p:txBody>
          <a:bodyPr wrap="none" lIns="90000" tIns="46800" rIns="90000" bIns="46800" anchor="ctr" anchorCtr="0"/>
          <a:p>
            <a:pPr lvl="0"/>
            <a:endParaRPr lang="en-GB" alt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143000" y="1122363"/>
            <a:ext cx="6858000" cy="2387600"/>
          </a:xfrm>
        </p:spPr>
        <p:txBody>
          <a:bodyPr anchor="b"/>
          <a:lstStyle>
            <a:lvl1pPr algn="ctr">
              <a:defRPr sz="4500"/>
            </a:lvl1pPr>
          </a:lstStyle>
          <a:p>
            <a:pPr fontAlgn="base"/>
            <a:r>
              <a:rPr lang="en-US" strike="noStrike" noProof="1" smtClean="0"/>
              <a:t>Click to edit Master title style</a:t>
            </a:r>
            <a:endParaRPr lang="en-US" strike="noStrike" noProof="1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43000" y="3602038"/>
            <a:ext cx="6858000" cy="1655762"/>
          </a:xfrm>
        </p:spPr>
        <p:txBody>
          <a:bodyPr/>
          <a:lstStyle>
            <a:lvl1pPr marL="0" indent="0" algn="ctr">
              <a:buNone/>
              <a:defRPr sz="1800"/>
            </a:lvl1pPr>
            <a:lvl2pPr marL="342900" indent="0" algn="ctr">
              <a:buNone/>
              <a:defRPr sz="1500"/>
            </a:lvl2pPr>
            <a:lvl3pPr marL="685800" indent="0" algn="ctr">
              <a:buNone/>
              <a:defRPr sz="1350"/>
            </a:lvl3pPr>
            <a:lvl4pPr marL="1028700" indent="0" algn="ctr">
              <a:buNone/>
              <a:defRPr sz="1200"/>
            </a:lvl4pPr>
            <a:lvl5pPr marL="1371600" indent="0" algn="ctr">
              <a:buNone/>
              <a:defRPr sz="1200"/>
            </a:lvl5pPr>
            <a:lvl6pPr marL="1714500" indent="0" algn="ctr">
              <a:buNone/>
              <a:defRPr sz="1200"/>
            </a:lvl6pPr>
            <a:lvl7pPr marL="2057400" indent="0" algn="ctr">
              <a:buNone/>
              <a:defRPr sz="1200"/>
            </a:lvl7pPr>
            <a:lvl8pPr marL="2400300" indent="0" algn="ctr">
              <a:buNone/>
              <a:defRPr sz="1200"/>
            </a:lvl8pPr>
            <a:lvl9pPr marL="2743200" indent="0" algn="ctr">
              <a:buNone/>
              <a:defRPr sz="1200"/>
            </a:lvl9pPr>
          </a:lstStyle>
          <a:p>
            <a:pPr fontAlgn="base"/>
            <a:r>
              <a:rPr lang="en-US" strike="noStrike" noProof="1" smtClean="0"/>
              <a:t>Click to edit Master subtitle style</a:t>
            </a:r>
            <a:endParaRPr lang="en-US" strike="noStrike" noProof="1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10"/>
          </p:nvPr>
        </p:nvSpPr>
        <p:spPr/>
        <p:txBody>
          <a:bodyPr/>
          <a:p>
            <a:pPr lvl="0" defTabSz="457200" eaLnBrk="1" fontAlgn="base" hangingPunct="1">
              <a:buClrTx/>
              <a:buSzPct val="100000"/>
              <a:buNone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fld id="{9A0DB2DC-4C9A-4742-B13C-FB6460FD3503}" type="slidenum">
              <a:rPr lang="ru-RU" altLang="x-none" strike="noStrike" noProof="1" dirty="0" err="1">
                <a:latin typeface="Arial" panose="020B0604020202020204" pitchFamily="34" charset="0"/>
                <a:ea typeface="Microsoft YaHei" panose="020B0503020204020204" charset="-122"/>
                <a:cs typeface="+mn-cs"/>
              </a:rPr>
            </a:fld>
            <a:endParaRPr lang="ru-RU" altLang="x-none" strike="noStrike" noProof="1" dirty="0" err="1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fontAlgn="base"/>
            <a:r>
              <a:rPr lang="en-US" strike="noStrike" noProof="1" smtClean="0"/>
              <a:t>Click to edit Master title style</a:t>
            </a:r>
            <a:endParaRPr lang="en-US" strike="noStrike" noProof="1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fontAlgn="base"/>
            <a:r>
              <a:rPr lang="en-US" strike="noStrike" noProof="1" smtClean="0"/>
              <a:t>Click to edit Master text styles</a:t>
            </a:r>
            <a:endParaRPr lang="en-US" strike="noStrike" noProof="1" smtClean="0"/>
          </a:p>
          <a:p>
            <a:pPr lvl="1" fontAlgn="base"/>
            <a:r>
              <a:rPr lang="en-US" strike="noStrike" noProof="1" smtClean="0"/>
              <a:t>Second level</a:t>
            </a:r>
            <a:endParaRPr lang="en-US" strike="noStrike" noProof="1" smtClean="0"/>
          </a:p>
          <a:p>
            <a:pPr lvl="2" fontAlgn="base"/>
            <a:r>
              <a:rPr lang="en-US" strike="noStrike" noProof="1" smtClean="0"/>
              <a:t>Third level</a:t>
            </a:r>
            <a:endParaRPr lang="en-US" strike="noStrike" noProof="1" smtClean="0"/>
          </a:p>
          <a:p>
            <a:pPr lvl="3" fontAlgn="base"/>
            <a:r>
              <a:rPr lang="en-US" strike="noStrike" noProof="1" smtClean="0"/>
              <a:t>Fourth level</a:t>
            </a:r>
            <a:endParaRPr lang="en-US" strike="noStrike" noProof="1" smtClean="0"/>
          </a:p>
          <a:p>
            <a:pPr lvl="4" fontAlgn="base"/>
            <a:r>
              <a:rPr lang="en-US" strike="noStrike" noProof="1" smtClean="0"/>
              <a:t>Fifth level</a:t>
            </a:r>
            <a:endParaRPr lang="en-US" strike="noStrike" noProof="1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10"/>
          </p:nvPr>
        </p:nvSpPr>
        <p:spPr/>
        <p:txBody>
          <a:bodyPr/>
          <a:p>
            <a:pPr lvl="0" defTabSz="457200" eaLnBrk="1" fontAlgn="base" hangingPunct="1">
              <a:buClrTx/>
              <a:buSzPct val="100000"/>
              <a:buNone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fld id="{9A0DB2DC-4C9A-4742-B13C-FB6460FD3503}" type="slidenum">
              <a:rPr lang="ru-RU" altLang="x-none" strike="noStrike" noProof="1" dirty="0" err="1">
                <a:latin typeface="Arial" panose="020B0604020202020204" pitchFamily="34" charset="0"/>
                <a:ea typeface="Microsoft YaHei" panose="020B0503020204020204" charset="-122"/>
                <a:cs typeface="+mn-cs"/>
              </a:rPr>
            </a:fld>
            <a:endParaRPr lang="ru-RU" altLang="x-none" strike="noStrike" noProof="1" dirty="0" err="1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3888" y="1709738"/>
            <a:ext cx="7886700" cy="2852737"/>
          </a:xfrm>
        </p:spPr>
        <p:txBody>
          <a:bodyPr anchor="b"/>
          <a:lstStyle>
            <a:lvl1pPr>
              <a:defRPr sz="4500"/>
            </a:lvl1pPr>
          </a:lstStyle>
          <a:p>
            <a:pPr fontAlgn="base"/>
            <a:r>
              <a:rPr lang="en-US" strike="noStrike" noProof="1" smtClean="0"/>
              <a:t>Click to edit Master title style</a:t>
            </a:r>
            <a:endParaRPr lang="en-US" strike="noStrike" noProof="1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3888" y="4589463"/>
            <a:ext cx="7886700" cy="1500187"/>
          </a:xfrm>
        </p:spPr>
        <p:txBody>
          <a:bodyPr/>
          <a:lstStyle>
            <a:lvl1pPr marL="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1pPr>
            <a:lvl2pPr marL="342900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 fontAlgn="base"/>
            <a:r>
              <a:rPr lang="en-US" strike="noStrike" noProof="1" smtClean="0"/>
              <a:t>Click to edit Master text styles</a:t>
            </a:r>
            <a:endParaRPr lang="en-US" strike="noStrike" noProof="1" smtClean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10"/>
          </p:nvPr>
        </p:nvSpPr>
        <p:spPr/>
        <p:txBody>
          <a:bodyPr/>
          <a:p>
            <a:pPr lvl="0" defTabSz="457200" eaLnBrk="1" fontAlgn="base" hangingPunct="1">
              <a:buClrTx/>
              <a:buSzPct val="100000"/>
              <a:buNone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fld id="{9A0DB2DC-4C9A-4742-B13C-FB6460FD3503}" type="slidenum">
              <a:rPr lang="ru-RU" altLang="x-none" strike="noStrike" noProof="1" dirty="0" err="1">
                <a:latin typeface="Arial" panose="020B0604020202020204" pitchFamily="34" charset="0"/>
                <a:ea typeface="Microsoft YaHei" panose="020B0503020204020204" charset="-122"/>
                <a:cs typeface="+mn-cs"/>
              </a:rPr>
            </a:fld>
            <a:endParaRPr lang="ru-RU" altLang="x-none" strike="noStrike" noProof="1" dirty="0" err="1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fontAlgn="base"/>
            <a:r>
              <a:rPr lang="en-US" strike="noStrike" noProof="1" smtClean="0"/>
              <a:t>Click to edit Master title style</a:t>
            </a:r>
            <a:endParaRPr lang="en-US" strike="noStrike" noProof="1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09600" y="1600200"/>
            <a:ext cx="3881596" cy="4416425"/>
          </a:xfrm>
        </p:spPr>
        <p:txBody>
          <a:bodyPr/>
          <a:lstStyle/>
          <a:p>
            <a:pPr lvl="0" fontAlgn="base"/>
            <a:r>
              <a:rPr lang="en-US" strike="noStrike" noProof="1" smtClean="0"/>
              <a:t>Click to edit Master text styles</a:t>
            </a:r>
            <a:endParaRPr lang="en-US" strike="noStrike" noProof="1" smtClean="0"/>
          </a:p>
          <a:p>
            <a:pPr lvl="1" fontAlgn="base"/>
            <a:r>
              <a:rPr lang="en-US" strike="noStrike" noProof="1" smtClean="0"/>
              <a:t>Second level</a:t>
            </a:r>
            <a:endParaRPr lang="en-US" strike="noStrike" noProof="1" smtClean="0"/>
          </a:p>
          <a:p>
            <a:pPr lvl="2" fontAlgn="base"/>
            <a:r>
              <a:rPr lang="en-US" strike="noStrike" noProof="1" smtClean="0"/>
              <a:t>Third level</a:t>
            </a:r>
            <a:endParaRPr lang="en-US" strike="noStrike" noProof="1" smtClean="0"/>
          </a:p>
          <a:p>
            <a:pPr lvl="3" fontAlgn="base"/>
            <a:r>
              <a:rPr lang="en-US" strike="noStrike" noProof="1" smtClean="0"/>
              <a:t>Fourth level</a:t>
            </a:r>
            <a:endParaRPr lang="en-US" strike="noStrike" noProof="1" smtClean="0"/>
          </a:p>
          <a:p>
            <a:pPr lvl="4" fontAlgn="base"/>
            <a:r>
              <a:rPr lang="en-US" strike="noStrike" noProof="1" smtClean="0"/>
              <a:t>Fifth level</a:t>
            </a:r>
            <a:endParaRPr lang="en-US" strike="noStrike" noProof="1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9629" y="1600200"/>
            <a:ext cx="3881596" cy="4416425"/>
          </a:xfrm>
        </p:spPr>
        <p:txBody>
          <a:bodyPr/>
          <a:lstStyle/>
          <a:p>
            <a:pPr lvl="0" fontAlgn="base"/>
            <a:r>
              <a:rPr lang="en-US" strike="noStrike" noProof="1" smtClean="0"/>
              <a:t>Click to edit Master text styles</a:t>
            </a:r>
            <a:endParaRPr lang="en-US" strike="noStrike" noProof="1" smtClean="0"/>
          </a:p>
          <a:p>
            <a:pPr lvl="1" fontAlgn="base"/>
            <a:r>
              <a:rPr lang="en-US" strike="noStrike" noProof="1" smtClean="0"/>
              <a:t>Second level</a:t>
            </a:r>
            <a:endParaRPr lang="en-US" strike="noStrike" noProof="1" smtClean="0"/>
          </a:p>
          <a:p>
            <a:pPr lvl="2" fontAlgn="base"/>
            <a:r>
              <a:rPr lang="en-US" strike="noStrike" noProof="1" smtClean="0"/>
              <a:t>Third level</a:t>
            </a:r>
            <a:endParaRPr lang="en-US" strike="noStrike" noProof="1" smtClean="0"/>
          </a:p>
          <a:p>
            <a:pPr lvl="3" fontAlgn="base"/>
            <a:r>
              <a:rPr lang="en-US" strike="noStrike" noProof="1" smtClean="0"/>
              <a:t>Fourth level</a:t>
            </a:r>
            <a:endParaRPr lang="en-US" strike="noStrike" noProof="1" smtClean="0"/>
          </a:p>
          <a:p>
            <a:pPr lvl="4" fontAlgn="base"/>
            <a:r>
              <a:rPr lang="en-US" strike="noStrike" noProof="1" smtClean="0"/>
              <a:t>Fifth level</a:t>
            </a:r>
            <a:endParaRPr lang="en-US" strike="noStrike" noProof="1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idx="10"/>
          </p:nvPr>
        </p:nvSpPr>
        <p:spPr/>
        <p:txBody>
          <a:bodyPr/>
          <a:p>
            <a:pPr lvl="0" defTabSz="457200" eaLnBrk="1" fontAlgn="base" hangingPunct="1">
              <a:buClrTx/>
              <a:buSzPct val="100000"/>
              <a:buNone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fld id="{9A0DB2DC-4C9A-4742-B13C-FB6460FD3503}" type="slidenum">
              <a:rPr lang="ru-RU" altLang="x-none" strike="noStrike" noProof="1" dirty="0" err="1">
                <a:latin typeface="Arial" panose="020B0604020202020204" pitchFamily="34" charset="0"/>
                <a:ea typeface="Microsoft YaHei" panose="020B0503020204020204" charset="-122"/>
                <a:cs typeface="+mn-cs"/>
              </a:rPr>
            </a:fld>
            <a:endParaRPr lang="ru-RU" altLang="x-none" strike="noStrike" noProof="1" dirty="0" err="1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365125"/>
            <a:ext cx="7886700" cy="1325563"/>
          </a:xfrm>
        </p:spPr>
        <p:txBody>
          <a:bodyPr/>
          <a:lstStyle/>
          <a:p>
            <a:pPr fontAlgn="base"/>
            <a:r>
              <a:rPr lang="en-US" strike="noStrike" noProof="1" smtClean="0"/>
              <a:t>Click to edit Master title style</a:t>
            </a:r>
            <a:endParaRPr lang="en-US" strike="noStrike" noProof="1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9841" y="1681163"/>
            <a:ext cx="3868340" cy="82391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 fontAlgn="base"/>
            <a:r>
              <a:rPr lang="en-US" strike="noStrike" noProof="1" smtClean="0"/>
              <a:t>Click to edit Master text styles</a:t>
            </a:r>
            <a:endParaRPr lang="en-US" strike="noStrike" noProof="1" smtClean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9841" y="2505075"/>
            <a:ext cx="3868340" cy="3684588"/>
          </a:xfrm>
        </p:spPr>
        <p:txBody>
          <a:bodyPr/>
          <a:lstStyle/>
          <a:p>
            <a:pPr lvl="0" fontAlgn="base"/>
            <a:r>
              <a:rPr lang="en-US" strike="noStrike" noProof="1" smtClean="0"/>
              <a:t>Click to edit Master text styles</a:t>
            </a:r>
            <a:endParaRPr lang="en-US" strike="noStrike" noProof="1" smtClean="0"/>
          </a:p>
          <a:p>
            <a:pPr lvl="1" fontAlgn="base"/>
            <a:r>
              <a:rPr lang="en-US" strike="noStrike" noProof="1" smtClean="0"/>
              <a:t>Second level</a:t>
            </a:r>
            <a:endParaRPr lang="en-US" strike="noStrike" noProof="1" smtClean="0"/>
          </a:p>
          <a:p>
            <a:pPr lvl="2" fontAlgn="base"/>
            <a:r>
              <a:rPr lang="en-US" strike="noStrike" noProof="1" smtClean="0"/>
              <a:t>Third level</a:t>
            </a:r>
            <a:endParaRPr lang="en-US" strike="noStrike" noProof="1" smtClean="0"/>
          </a:p>
          <a:p>
            <a:pPr lvl="3" fontAlgn="base"/>
            <a:r>
              <a:rPr lang="en-US" strike="noStrike" noProof="1" smtClean="0"/>
              <a:t>Fourth level</a:t>
            </a:r>
            <a:endParaRPr lang="en-US" strike="noStrike" noProof="1" smtClean="0"/>
          </a:p>
          <a:p>
            <a:pPr lvl="4" fontAlgn="base"/>
            <a:r>
              <a:rPr lang="en-US" strike="noStrike" noProof="1" smtClean="0"/>
              <a:t>Fifth level</a:t>
            </a:r>
            <a:endParaRPr lang="en-US" strike="noStrike" noProof="1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29150" y="1681163"/>
            <a:ext cx="3887391" cy="82391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 fontAlgn="base"/>
            <a:r>
              <a:rPr lang="en-US" strike="noStrike" noProof="1" smtClean="0"/>
              <a:t>Click to edit Master text styles</a:t>
            </a:r>
            <a:endParaRPr lang="en-US" strike="noStrike" noProof="1" smtClean="0"/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29150" y="2505075"/>
            <a:ext cx="3887391" cy="3684588"/>
          </a:xfrm>
        </p:spPr>
        <p:txBody>
          <a:bodyPr/>
          <a:lstStyle/>
          <a:p>
            <a:pPr lvl="0" fontAlgn="base"/>
            <a:r>
              <a:rPr lang="en-US" strike="noStrike" noProof="1" smtClean="0"/>
              <a:t>Click to edit Master text styles</a:t>
            </a:r>
            <a:endParaRPr lang="en-US" strike="noStrike" noProof="1" smtClean="0"/>
          </a:p>
          <a:p>
            <a:pPr lvl="1" fontAlgn="base"/>
            <a:r>
              <a:rPr lang="en-US" strike="noStrike" noProof="1" smtClean="0"/>
              <a:t>Second level</a:t>
            </a:r>
            <a:endParaRPr lang="en-US" strike="noStrike" noProof="1" smtClean="0"/>
          </a:p>
          <a:p>
            <a:pPr lvl="2" fontAlgn="base"/>
            <a:r>
              <a:rPr lang="en-US" strike="noStrike" noProof="1" smtClean="0"/>
              <a:t>Third level</a:t>
            </a:r>
            <a:endParaRPr lang="en-US" strike="noStrike" noProof="1" smtClean="0"/>
          </a:p>
          <a:p>
            <a:pPr lvl="3" fontAlgn="base"/>
            <a:r>
              <a:rPr lang="en-US" strike="noStrike" noProof="1" smtClean="0"/>
              <a:t>Fourth level</a:t>
            </a:r>
            <a:endParaRPr lang="en-US" strike="noStrike" noProof="1" smtClean="0"/>
          </a:p>
          <a:p>
            <a:pPr lvl="4" fontAlgn="base"/>
            <a:r>
              <a:rPr lang="en-US" strike="noStrike" noProof="1" smtClean="0"/>
              <a:t>Fifth level</a:t>
            </a:r>
            <a:endParaRPr lang="en-US" strike="noStrike" noProof="1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idx="10"/>
          </p:nvPr>
        </p:nvSpPr>
        <p:spPr/>
        <p:txBody>
          <a:bodyPr/>
          <a:p>
            <a:pPr lvl="0" defTabSz="457200" eaLnBrk="1" fontAlgn="base" hangingPunct="1">
              <a:buClrTx/>
              <a:buSzPct val="100000"/>
              <a:buNone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fld id="{9A0DB2DC-4C9A-4742-B13C-FB6460FD3503}" type="slidenum">
              <a:rPr lang="ru-RU" altLang="x-none" strike="noStrike" noProof="1" dirty="0" err="1">
                <a:latin typeface="Arial" panose="020B0604020202020204" pitchFamily="34" charset="0"/>
                <a:ea typeface="Microsoft YaHei" panose="020B0503020204020204" charset="-122"/>
                <a:cs typeface="+mn-cs"/>
              </a:rPr>
            </a:fld>
            <a:endParaRPr lang="ru-RU" altLang="x-none" strike="noStrike" noProof="1" dirty="0" err="1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fontAlgn="base"/>
            <a:r>
              <a:rPr lang="en-US" strike="noStrike" noProof="1" smtClean="0"/>
              <a:t>Click to edit Master title style</a:t>
            </a:r>
            <a:endParaRPr lang="en-US" strike="noStrike" noProof="1"/>
          </a:p>
        </p:txBody>
      </p:sp>
      <p:sp>
        <p:nvSpPr>
          <p:cNvPr id="3" name="Slide Number Placeholder 2"/>
          <p:cNvSpPr>
            <a:spLocks noGrp="1"/>
          </p:cNvSpPr>
          <p:nvPr>
            <p:ph type="sldNum" idx="10"/>
          </p:nvPr>
        </p:nvSpPr>
        <p:spPr/>
        <p:txBody>
          <a:bodyPr/>
          <a:p>
            <a:pPr lvl="0" defTabSz="457200" eaLnBrk="1" fontAlgn="base" hangingPunct="1">
              <a:buClrTx/>
              <a:buSzPct val="100000"/>
              <a:buNone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fld id="{9A0DB2DC-4C9A-4742-B13C-FB6460FD3503}" type="slidenum">
              <a:rPr lang="ru-RU" altLang="x-none" strike="noStrike" noProof="1" dirty="0" err="1">
                <a:latin typeface="Arial" panose="020B0604020202020204" pitchFamily="34" charset="0"/>
                <a:ea typeface="Microsoft YaHei" panose="020B0503020204020204" charset="-122"/>
                <a:cs typeface="+mn-cs"/>
              </a:rPr>
            </a:fld>
            <a:endParaRPr lang="ru-RU" altLang="x-none" strike="noStrike" noProof="1" dirty="0" err="1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/>
          <p:cNvSpPr>
            <a:spLocks noGrp="1"/>
          </p:cNvSpPr>
          <p:nvPr>
            <p:ph type="sldNum" idx="10"/>
          </p:nvPr>
        </p:nvSpPr>
        <p:spPr/>
        <p:txBody>
          <a:bodyPr/>
          <a:p>
            <a:pPr lvl="0" defTabSz="457200" eaLnBrk="1" fontAlgn="base" hangingPunct="1">
              <a:buClrTx/>
              <a:buSzPct val="100000"/>
              <a:buNone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fld id="{9A0DB2DC-4C9A-4742-B13C-FB6460FD3503}" type="slidenum">
              <a:rPr lang="ru-RU" altLang="x-none" strike="noStrike" noProof="1" dirty="0" err="1">
                <a:latin typeface="Arial" panose="020B0604020202020204" pitchFamily="34" charset="0"/>
                <a:ea typeface="Microsoft YaHei" panose="020B0503020204020204" charset="-122"/>
                <a:cs typeface="+mn-cs"/>
              </a:rPr>
            </a:fld>
            <a:endParaRPr lang="ru-RU" altLang="x-none" strike="noStrike" noProof="1" dirty="0" err="1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2400"/>
            </a:lvl1pPr>
          </a:lstStyle>
          <a:p>
            <a:pPr fontAlgn="base"/>
            <a:r>
              <a:rPr lang="en-US" strike="noStrike" noProof="1" smtClean="0"/>
              <a:t>Click to edit Master title style</a:t>
            </a:r>
            <a:endParaRPr lang="en-US" strike="noStrike" noProof="1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887391" y="987425"/>
            <a:ext cx="4629150" cy="4873625"/>
          </a:xfr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 fontAlgn="base"/>
            <a:r>
              <a:rPr lang="en-US" strike="noStrike" noProof="1" smtClean="0"/>
              <a:t>Click to edit Master text styles</a:t>
            </a:r>
            <a:endParaRPr lang="en-US" strike="noStrike" noProof="1" smtClean="0"/>
          </a:p>
          <a:p>
            <a:pPr lvl="1" fontAlgn="base"/>
            <a:r>
              <a:rPr lang="en-US" strike="noStrike" noProof="1" smtClean="0"/>
              <a:t>Second level</a:t>
            </a:r>
            <a:endParaRPr lang="en-US" strike="noStrike" noProof="1" smtClean="0"/>
          </a:p>
          <a:p>
            <a:pPr lvl="2" fontAlgn="base"/>
            <a:r>
              <a:rPr lang="en-US" strike="noStrike" noProof="1" smtClean="0"/>
              <a:t>Third level</a:t>
            </a:r>
            <a:endParaRPr lang="en-US" strike="noStrike" noProof="1" smtClean="0"/>
          </a:p>
          <a:p>
            <a:pPr lvl="3" fontAlgn="base"/>
            <a:r>
              <a:rPr lang="en-US" strike="noStrike" noProof="1" smtClean="0"/>
              <a:t>Fourth level</a:t>
            </a:r>
            <a:endParaRPr lang="en-US" strike="noStrike" noProof="1" smtClean="0"/>
          </a:p>
          <a:p>
            <a:pPr lvl="4" fontAlgn="base"/>
            <a:r>
              <a:rPr lang="en-US" strike="noStrike" noProof="1" smtClean="0"/>
              <a:t>Fifth level</a:t>
            </a:r>
            <a:endParaRPr lang="en-US" strike="noStrike" noProof="1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 fontAlgn="base"/>
            <a:r>
              <a:rPr lang="en-US" strike="noStrike" noProof="1" smtClean="0"/>
              <a:t>Click to edit Master text styles</a:t>
            </a:r>
            <a:endParaRPr lang="en-US" strike="noStrike" noProof="1" smtClean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idx="10"/>
          </p:nvPr>
        </p:nvSpPr>
        <p:spPr/>
        <p:txBody>
          <a:bodyPr/>
          <a:p>
            <a:pPr lvl="0" defTabSz="457200" eaLnBrk="1" fontAlgn="base" hangingPunct="1">
              <a:buClrTx/>
              <a:buSzPct val="100000"/>
              <a:buNone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fld id="{9A0DB2DC-4C9A-4742-B13C-FB6460FD3503}" type="slidenum">
              <a:rPr lang="ru-RU" altLang="x-none" strike="noStrike" noProof="1" dirty="0" err="1">
                <a:latin typeface="Arial" panose="020B0604020202020204" pitchFamily="34" charset="0"/>
                <a:ea typeface="Microsoft YaHei" panose="020B0503020204020204" charset="-122"/>
                <a:cs typeface="+mn-cs"/>
              </a:rPr>
            </a:fld>
            <a:endParaRPr lang="ru-RU" altLang="x-none" strike="noStrike" noProof="1" dirty="0" err="1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2400"/>
            </a:lvl1pPr>
          </a:lstStyle>
          <a:p>
            <a:pPr fontAlgn="base"/>
            <a:r>
              <a:rPr lang="en-US" strike="noStrike" noProof="1" smtClean="0"/>
              <a:t>Click to edit Master title style</a:t>
            </a:r>
            <a:endParaRPr lang="en-US" strike="noStrike" noProof="1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3887391" y="987425"/>
            <a:ext cx="4629150" cy="4873625"/>
          </a:xfrm>
        </p:spPr>
        <p:txBody>
          <a:bodyPr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pPr fontAlgn="base"/>
            <a:endParaRPr lang="en-US" strike="noStrike" noProof="1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 fontAlgn="base"/>
            <a:r>
              <a:rPr lang="en-US" strike="noStrike" noProof="1" smtClean="0"/>
              <a:t>Click to edit Master text styles</a:t>
            </a:r>
            <a:endParaRPr lang="en-US" strike="noStrike" noProof="1" smtClean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idx="10"/>
          </p:nvPr>
        </p:nvSpPr>
        <p:spPr/>
        <p:txBody>
          <a:bodyPr/>
          <a:p>
            <a:pPr lvl="0" defTabSz="457200" eaLnBrk="1" fontAlgn="base" hangingPunct="1">
              <a:buClrTx/>
              <a:buSzPct val="100000"/>
              <a:buNone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fld id="{9A0DB2DC-4C9A-4742-B13C-FB6460FD3503}" type="slidenum">
              <a:rPr lang="ru-RU" altLang="x-none" strike="noStrike" noProof="1" dirty="0" err="1">
                <a:latin typeface="Arial" panose="020B0604020202020204" pitchFamily="34" charset="0"/>
                <a:ea typeface="Microsoft YaHei" panose="020B0503020204020204" charset="-122"/>
                <a:cs typeface="+mn-cs"/>
              </a:rPr>
            </a:fld>
            <a:endParaRPr lang="ru-RU" altLang="x-none" strike="noStrike" noProof="1" dirty="0" err="1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fontAlgn="base"/>
            <a:r>
              <a:rPr lang="en-US" strike="noStrike" noProof="1" smtClean="0"/>
              <a:t>Click to edit Master title style</a:t>
            </a:r>
            <a:endParaRPr lang="en-US" strike="noStrike" noProof="1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 fontAlgn="base"/>
            <a:r>
              <a:rPr lang="en-US" strike="noStrike" noProof="1" smtClean="0"/>
              <a:t>Click to edit Master text styles</a:t>
            </a:r>
            <a:endParaRPr lang="en-US" strike="noStrike" noProof="1" smtClean="0"/>
          </a:p>
          <a:p>
            <a:pPr lvl="1" fontAlgn="base"/>
            <a:r>
              <a:rPr lang="en-US" strike="noStrike" noProof="1" smtClean="0"/>
              <a:t>Second level</a:t>
            </a:r>
            <a:endParaRPr lang="en-US" strike="noStrike" noProof="1" smtClean="0"/>
          </a:p>
          <a:p>
            <a:pPr lvl="2" fontAlgn="base"/>
            <a:r>
              <a:rPr lang="en-US" strike="noStrike" noProof="1" smtClean="0"/>
              <a:t>Third level</a:t>
            </a:r>
            <a:endParaRPr lang="en-US" strike="noStrike" noProof="1" smtClean="0"/>
          </a:p>
          <a:p>
            <a:pPr lvl="3" fontAlgn="base"/>
            <a:r>
              <a:rPr lang="en-US" strike="noStrike" noProof="1" smtClean="0"/>
              <a:t>Fourth level</a:t>
            </a:r>
            <a:endParaRPr lang="en-US" strike="noStrike" noProof="1" smtClean="0"/>
          </a:p>
          <a:p>
            <a:pPr lvl="4" fontAlgn="base"/>
            <a:r>
              <a:rPr lang="en-US" strike="noStrike" noProof="1" smtClean="0"/>
              <a:t>Fifth level</a:t>
            </a:r>
            <a:endParaRPr lang="en-US" strike="noStrike" noProof="1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10"/>
          </p:nvPr>
        </p:nvSpPr>
        <p:spPr/>
        <p:txBody>
          <a:bodyPr/>
          <a:p>
            <a:pPr lvl="0" defTabSz="457200" eaLnBrk="1" fontAlgn="base" hangingPunct="1">
              <a:buClrTx/>
              <a:buSzPct val="100000"/>
              <a:buNone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fld id="{9A0DB2DC-4C9A-4742-B13C-FB6460FD3503}" type="slidenum">
              <a:rPr lang="ru-RU" altLang="x-none" strike="noStrike" noProof="1" dirty="0" err="1">
                <a:latin typeface="Arial" panose="020B0604020202020204" pitchFamily="34" charset="0"/>
                <a:ea typeface="Microsoft YaHei" panose="020B0503020204020204" charset="-122"/>
                <a:cs typeface="+mn-cs"/>
              </a:rPr>
            </a:fld>
            <a:endParaRPr lang="ru-RU" altLang="x-none" strike="noStrike" noProof="1" dirty="0" err="1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447235" y="228600"/>
            <a:ext cx="2083991" cy="5788025"/>
          </a:xfrm>
        </p:spPr>
        <p:txBody>
          <a:bodyPr vert="eaVert"/>
          <a:lstStyle/>
          <a:p>
            <a:pPr fontAlgn="base"/>
            <a:r>
              <a:rPr lang="en-US" strike="noStrike" noProof="1" smtClean="0"/>
              <a:t>Click to edit Master title style</a:t>
            </a:r>
            <a:endParaRPr lang="en-US" strike="noStrike" noProof="1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95263" y="228600"/>
            <a:ext cx="6131160" cy="5788025"/>
          </a:xfrm>
        </p:spPr>
        <p:txBody>
          <a:bodyPr vert="eaVert"/>
          <a:lstStyle/>
          <a:p>
            <a:pPr lvl="0" fontAlgn="base"/>
            <a:r>
              <a:rPr lang="en-US" strike="noStrike" noProof="1" smtClean="0"/>
              <a:t>Click to edit Master text styles</a:t>
            </a:r>
            <a:endParaRPr lang="en-US" strike="noStrike" noProof="1" smtClean="0"/>
          </a:p>
          <a:p>
            <a:pPr lvl="1" fontAlgn="base"/>
            <a:r>
              <a:rPr lang="en-US" strike="noStrike" noProof="1" smtClean="0"/>
              <a:t>Second level</a:t>
            </a:r>
            <a:endParaRPr lang="en-US" strike="noStrike" noProof="1" smtClean="0"/>
          </a:p>
          <a:p>
            <a:pPr lvl="2" fontAlgn="base"/>
            <a:r>
              <a:rPr lang="en-US" strike="noStrike" noProof="1" smtClean="0"/>
              <a:t>Third level</a:t>
            </a:r>
            <a:endParaRPr lang="en-US" strike="noStrike" noProof="1" smtClean="0"/>
          </a:p>
          <a:p>
            <a:pPr lvl="3" fontAlgn="base"/>
            <a:r>
              <a:rPr lang="en-US" strike="noStrike" noProof="1" smtClean="0"/>
              <a:t>Fourth level</a:t>
            </a:r>
            <a:endParaRPr lang="en-US" strike="noStrike" noProof="1" smtClean="0"/>
          </a:p>
          <a:p>
            <a:pPr lvl="4" fontAlgn="base"/>
            <a:r>
              <a:rPr lang="en-US" strike="noStrike" noProof="1" smtClean="0"/>
              <a:t>Fifth level</a:t>
            </a:r>
            <a:endParaRPr lang="en-US" strike="noStrike" noProof="1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10"/>
          </p:nvPr>
        </p:nvSpPr>
        <p:spPr/>
        <p:txBody>
          <a:bodyPr/>
          <a:p>
            <a:pPr lvl="0" defTabSz="457200" eaLnBrk="1" fontAlgn="base" hangingPunct="1">
              <a:buClrTx/>
              <a:buSzPct val="100000"/>
              <a:buNone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fld id="{9A0DB2DC-4C9A-4742-B13C-FB6460FD3503}" type="slidenum">
              <a:rPr lang="ru-RU" altLang="x-none" strike="noStrike" noProof="1" dirty="0" err="1">
                <a:latin typeface="Arial" panose="020B0604020202020204" pitchFamily="34" charset="0"/>
                <a:ea typeface="Microsoft YaHei" panose="020B0503020204020204" charset="-122"/>
                <a:cs typeface="+mn-cs"/>
              </a:rPr>
            </a:fld>
            <a:endParaRPr lang="ru-RU" altLang="x-none" strike="noStrike" noProof="1" dirty="0" err="1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143000" y="1122363"/>
            <a:ext cx="6858000" cy="2387600"/>
          </a:xfrm>
        </p:spPr>
        <p:txBody>
          <a:bodyPr anchor="b"/>
          <a:lstStyle>
            <a:lvl1pPr algn="ctr">
              <a:defRPr sz="4500"/>
            </a:lvl1pPr>
          </a:lstStyle>
          <a:p>
            <a:pPr fontAlgn="base"/>
            <a:r>
              <a:rPr lang="en-US" strike="noStrike" noProof="1" smtClean="0"/>
              <a:t>Click to edit Master title style</a:t>
            </a:r>
            <a:endParaRPr lang="en-US" strike="noStrike" noProof="1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43000" y="3602038"/>
            <a:ext cx="6858000" cy="1655762"/>
          </a:xfrm>
        </p:spPr>
        <p:txBody>
          <a:bodyPr/>
          <a:lstStyle>
            <a:lvl1pPr marL="0" indent="0" algn="ctr">
              <a:buNone/>
              <a:defRPr sz="1800"/>
            </a:lvl1pPr>
            <a:lvl2pPr marL="342900" indent="0" algn="ctr">
              <a:buNone/>
              <a:defRPr sz="1500"/>
            </a:lvl2pPr>
            <a:lvl3pPr marL="685800" indent="0" algn="ctr">
              <a:buNone/>
              <a:defRPr sz="1350"/>
            </a:lvl3pPr>
            <a:lvl4pPr marL="1028700" indent="0" algn="ctr">
              <a:buNone/>
              <a:defRPr sz="1200"/>
            </a:lvl4pPr>
            <a:lvl5pPr marL="1371600" indent="0" algn="ctr">
              <a:buNone/>
              <a:defRPr sz="1200"/>
            </a:lvl5pPr>
            <a:lvl6pPr marL="1714500" indent="0" algn="ctr">
              <a:buNone/>
              <a:defRPr sz="1200"/>
            </a:lvl6pPr>
            <a:lvl7pPr marL="2057400" indent="0" algn="ctr">
              <a:buNone/>
              <a:defRPr sz="1200"/>
            </a:lvl7pPr>
            <a:lvl8pPr marL="2400300" indent="0" algn="ctr">
              <a:buNone/>
              <a:defRPr sz="1200"/>
            </a:lvl8pPr>
            <a:lvl9pPr marL="2743200" indent="0" algn="ctr">
              <a:buNone/>
              <a:defRPr sz="1200"/>
            </a:lvl9pPr>
          </a:lstStyle>
          <a:p>
            <a:pPr fontAlgn="base"/>
            <a:r>
              <a:rPr lang="en-US" strike="noStrike" noProof="1" smtClean="0"/>
              <a:t>Click to edit Master subtitle style</a:t>
            </a:r>
            <a:endParaRPr lang="en-US" strike="noStrike" noProof="1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10"/>
          </p:nvPr>
        </p:nvSpPr>
        <p:spPr/>
        <p:txBody>
          <a:bodyPr/>
          <a:p>
            <a:pPr lvl="0" defTabSz="457200" eaLnBrk="1" fontAlgn="base" hangingPunct="1">
              <a:lnSpc>
                <a:spcPct val="100000"/>
              </a:lnSpc>
              <a:buClrTx/>
              <a:buSzPct val="100000"/>
              <a:buNone/>
              <a:tabLst>
                <a:tab pos="723900" algn="l"/>
                <a:tab pos="1447800" algn="l"/>
              </a:tabLst>
            </a:pPr>
            <a:fld id="{9A0DB2DC-4C9A-4742-B13C-FB6460FD3503}" type="slidenum">
              <a:rPr lang="ru-RU" altLang="x-none" strike="noStrike" noProof="1" dirty="0" err="1">
                <a:latin typeface="Arial Black" panose="020B0A04020102020204" pitchFamily="32" charset="0"/>
                <a:ea typeface="Arial Unicode MS" charset="-122"/>
                <a:cs typeface="+mn-cs"/>
              </a:rPr>
            </a:fld>
            <a:endParaRPr lang="ru-RU" altLang="x-none" strike="noStrike" noProof="1" dirty="0" err="1"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fontAlgn="base"/>
            <a:r>
              <a:rPr lang="en-US" strike="noStrike" noProof="1" smtClean="0"/>
              <a:t>Click to edit Master title style</a:t>
            </a:r>
            <a:endParaRPr lang="en-US" strike="noStrike" noProof="1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fontAlgn="base"/>
            <a:r>
              <a:rPr lang="en-US" strike="noStrike" noProof="1" smtClean="0"/>
              <a:t>Click to edit Master text styles</a:t>
            </a:r>
            <a:endParaRPr lang="en-US" strike="noStrike" noProof="1" smtClean="0"/>
          </a:p>
          <a:p>
            <a:pPr lvl="1" fontAlgn="base"/>
            <a:r>
              <a:rPr lang="en-US" strike="noStrike" noProof="1" smtClean="0"/>
              <a:t>Second level</a:t>
            </a:r>
            <a:endParaRPr lang="en-US" strike="noStrike" noProof="1" smtClean="0"/>
          </a:p>
          <a:p>
            <a:pPr lvl="2" fontAlgn="base"/>
            <a:r>
              <a:rPr lang="en-US" strike="noStrike" noProof="1" smtClean="0"/>
              <a:t>Third level</a:t>
            </a:r>
            <a:endParaRPr lang="en-US" strike="noStrike" noProof="1" smtClean="0"/>
          </a:p>
          <a:p>
            <a:pPr lvl="3" fontAlgn="base"/>
            <a:r>
              <a:rPr lang="en-US" strike="noStrike" noProof="1" smtClean="0"/>
              <a:t>Fourth level</a:t>
            </a:r>
            <a:endParaRPr lang="en-US" strike="noStrike" noProof="1" smtClean="0"/>
          </a:p>
          <a:p>
            <a:pPr lvl="4" fontAlgn="base"/>
            <a:r>
              <a:rPr lang="en-US" strike="noStrike" noProof="1" smtClean="0"/>
              <a:t>Fifth level</a:t>
            </a:r>
            <a:endParaRPr lang="en-US" strike="noStrike" noProof="1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10"/>
          </p:nvPr>
        </p:nvSpPr>
        <p:spPr/>
        <p:txBody>
          <a:bodyPr/>
          <a:p>
            <a:pPr lvl="0" defTabSz="457200" eaLnBrk="1" fontAlgn="base" hangingPunct="1">
              <a:lnSpc>
                <a:spcPct val="100000"/>
              </a:lnSpc>
              <a:buClrTx/>
              <a:buSzPct val="100000"/>
              <a:buNone/>
              <a:tabLst>
                <a:tab pos="723900" algn="l"/>
                <a:tab pos="1447800" algn="l"/>
              </a:tabLst>
            </a:pPr>
            <a:fld id="{9A0DB2DC-4C9A-4742-B13C-FB6460FD3503}" type="slidenum">
              <a:rPr lang="ru-RU" altLang="x-none" strike="noStrike" noProof="1" dirty="0" err="1">
                <a:latin typeface="Arial Black" panose="020B0A04020102020204" pitchFamily="32" charset="0"/>
                <a:ea typeface="Arial Unicode MS" charset="-122"/>
                <a:cs typeface="+mn-cs"/>
              </a:rPr>
            </a:fld>
            <a:endParaRPr lang="ru-RU" altLang="x-none" strike="noStrike" noProof="1" dirty="0" err="1"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3888" y="1709738"/>
            <a:ext cx="7886700" cy="2852737"/>
          </a:xfrm>
        </p:spPr>
        <p:txBody>
          <a:bodyPr anchor="b"/>
          <a:lstStyle>
            <a:lvl1pPr>
              <a:defRPr sz="4500"/>
            </a:lvl1pPr>
          </a:lstStyle>
          <a:p>
            <a:pPr fontAlgn="base"/>
            <a:r>
              <a:rPr lang="en-US" strike="noStrike" noProof="1" smtClean="0"/>
              <a:t>Click to edit Master title style</a:t>
            </a:r>
            <a:endParaRPr lang="en-US" strike="noStrike" noProof="1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3888" y="4589463"/>
            <a:ext cx="7886700" cy="1500187"/>
          </a:xfrm>
        </p:spPr>
        <p:txBody>
          <a:bodyPr/>
          <a:lstStyle>
            <a:lvl1pPr marL="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1pPr>
            <a:lvl2pPr marL="342900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 fontAlgn="base"/>
            <a:r>
              <a:rPr lang="en-US" strike="noStrike" noProof="1" smtClean="0"/>
              <a:t>Click to edit Master text styles</a:t>
            </a:r>
            <a:endParaRPr lang="en-US" strike="noStrike" noProof="1" smtClean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10"/>
          </p:nvPr>
        </p:nvSpPr>
        <p:spPr/>
        <p:txBody>
          <a:bodyPr/>
          <a:p>
            <a:pPr lvl="0" defTabSz="457200" eaLnBrk="1" fontAlgn="base" hangingPunct="1">
              <a:lnSpc>
                <a:spcPct val="100000"/>
              </a:lnSpc>
              <a:buClrTx/>
              <a:buSzPct val="100000"/>
              <a:buNone/>
              <a:tabLst>
                <a:tab pos="723900" algn="l"/>
                <a:tab pos="1447800" algn="l"/>
              </a:tabLst>
            </a:pPr>
            <a:fld id="{9A0DB2DC-4C9A-4742-B13C-FB6460FD3503}" type="slidenum">
              <a:rPr lang="ru-RU" altLang="x-none" strike="noStrike" noProof="1" dirty="0" err="1">
                <a:latin typeface="Arial Black" panose="020B0A04020102020204" pitchFamily="32" charset="0"/>
                <a:ea typeface="Arial Unicode MS" charset="-122"/>
                <a:cs typeface="+mn-cs"/>
              </a:rPr>
            </a:fld>
            <a:endParaRPr lang="ru-RU" altLang="x-none" strike="noStrike" noProof="1" dirty="0" err="1"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fontAlgn="base"/>
            <a:r>
              <a:rPr lang="en-US" strike="noStrike" noProof="1" smtClean="0"/>
              <a:t>Click to edit Master title style</a:t>
            </a:r>
            <a:endParaRPr lang="en-US" strike="noStrike" noProof="1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09600" y="1600200"/>
            <a:ext cx="3881596" cy="4416425"/>
          </a:xfrm>
        </p:spPr>
        <p:txBody>
          <a:bodyPr/>
          <a:lstStyle/>
          <a:p>
            <a:pPr lvl="0" fontAlgn="base"/>
            <a:r>
              <a:rPr lang="en-US" strike="noStrike" noProof="1" smtClean="0"/>
              <a:t>Click to edit Master text styles</a:t>
            </a:r>
            <a:endParaRPr lang="en-US" strike="noStrike" noProof="1" smtClean="0"/>
          </a:p>
          <a:p>
            <a:pPr lvl="1" fontAlgn="base"/>
            <a:r>
              <a:rPr lang="en-US" strike="noStrike" noProof="1" smtClean="0"/>
              <a:t>Second level</a:t>
            </a:r>
            <a:endParaRPr lang="en-US" strike="noStrike" noProof="1" smtClean="0"/>
          </a:p>
          <a:p>
            <a:pPr lvl="2" fontAlgn="base"/>
            <a:r>
              <a:rPr lang="en-US" strike="noStrike" noProof="1" smtClean="0"/>
              <a:t>Third level</a:t>
            </a:r>
            <a:endParaRPr lang="en-US" strike="noStrike" noProof="1" smtClean="0"/>
          </a:p>
          <a:p>
            <a:pPr lvl="3" fontAlgn="base"/>
            <a:r>
              <a:rPr lang="en-US" strike="noStrike" noProof="1" smtClean="0"/>
              <a:t>Fourth level</a:t>
            </a:r>
            <a:endParaRPr lang="en-US" strike="noStrike" noProof="1" smtClean="0"/>
          </a:p>
          <a:p>
            <a:pPr lvl="4" fontAlgn="base"/>
            <a:r>
              <a:rPr lang="en-US" strike="noStrike" noProof="1" smtClean="0"/>
              <a:t>Fifth level</a:t>
            </a:r>
            <a:endParaRPr lang="en-US" strike="noStrike" noProof="1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9629" y="1600200"/>
            <a:ext cx="3881596" cy="4416425"/>
          </a:xfrm>
        </p:spPr>
        <p:txBody>
          <a:bodyPr/>
          <a:lstStyle/>
          <a:p>
            <a:pPr lvl="0" fontAlgn="base"/>
            <a:r>
              <a:rPr lang="en-US" strike="noStrike" noProof="1" smtClean="0"/>
              <a:t>Click to edit Master text styles</a:t>
            </a:r>
            <a:endParaRPr lang="en-US" strike="noStrike" noProof="1" smtClean="0"/>
          </a:p>
          <a:p>
            <a:pPr lvl="1" fontAlgn="base"/>
            <a:r>
              <a:rPr lang="en-US" strike="noStrike" noProof="1" smtClean="0"/>
              <a:t>Second level</a:t>
            </a:r>
            <a:endParaRPr lang="en-US" strike="noStrike" noProof="1" smtClean="0"/>
          </a:p>
          <a:p>
            <a:pPr lvl="2" fontAlgn="base"/>
            <a:r>
              <a:rPr lang="en-US" strike="noStrike" noProof="1" smtClean="0"/>
              <a:t>Third level</a:t>
            </a:r>
            <a:endParaRPr lang="en-US" strike="noStrike" noProof="1" smtClean="0"/>
          </a:p>
          <a:p>
            <a:pPr lvl="3" fontAlgn="base"/>
            <a:r>
              <a:rPr lang="en-US" strike="noStrike" noProof="1" smtClean="0"/>
              <a:t>Fourth level</a:t>
            </a:r>
            <a:endParaRPr lang="en-US" strike="noStrike" noProof="1" smtClean="0"/>
          </a:p>
          <a:p>
            <a:pPr lvl="4" fontAlgn="base"/>
            <a:r>
              <a:rPr lang="en-US" strike="noStrike" noProof="1" smtClean="0"/>
              <a:t>Fifth level</a:t>
            </a:r>
            <a:endParaRPr lang="en-US" strike="noStrike" noProof="1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idx="10"/>
          </p:nvPr>
        </p:nvSpPr>
        <p:spPr/>
        <p:txBody>
          <a:bodyPr/>
          <a:p>
            <a:pPr lvl="0" defTabSz="457200" eaLnBrk="1" fontAlgn="base" hangingPunct="1">
              <a:lnSpc>
                <a:spcPct val="100000"/>
              </a:lnSpc>
              <a:buClrTx/>
              <a:buSzPct val="100000"/>
              <a:buNone/>
              <a:tabLst>
                <a:tab pos="723900" algn="l"/>
                <a:tab pos="1447800" algn="l"/>
              </a:tabLst>
            </a:pPr>
            <a:fld id="{9A0DB2DC-4C9A-4742-B13C-FB6460FD3503}" type="slidenum">
              <a:rPr lang="ru-RU" altLang="x-none" strike="noStrike" noProof="1" dirty="0" err="1">
                <a:latin typeface="Arial Black" panose="020B0A04020102020204" pitchFamily="32" charset="0"/>
                <a:ea typeface="Arial Unicode MS" charset="-122"/>
                <a:cs typeface="+mn-cs"/>
              </a:rPr>
            </a:fld>
            <a:endParaRPr lang="ru-RU" altLang="x-none" strike="noStrike" noProof="1" dirty="0" err="1"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365125"/>
            <a:ext cx="7886700" cy="1325563"/>
          </a:xfrm>
        </p:spPr>
        <p:txBody>
          <a:bodyPr/>
          <a:lstStyle/>
          <a:p>
            <a:pPr fontAlgn="base"/>
            <a:r>
              <a:rPr lang="en-US" strike="noStrike" noProof="1" smtClean="0"/>
              <a:t>Click to edit Master title style</a:t>
            </a:r>
            <a:endParaRPr lang="en-US" strike="noStrike" noProof="1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9841" y="1681163"/>
            <a:ext cx="3868340" cy="82391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 fontAlgn="base"/>
            <a:r>
              <a:rPr lang="en-US" strike="noStrike" noProof="1" smtClean="0"/>
              <a:t>Click to edit Master text styles</a:t>
            </a:r>
            <a:endParaRPr lang="en-US" strike="noStrike" noProof="1" smtClean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9841" y="2505075"/>
            <a:ext cx="3868340" cy="3684588"/>
          </a:xfrm>
        </p:spPr>
        <p:txBody>
          <a:bodyPr/>
          <a:lstStyle/>
          <a:p>
            <a:pPr lvl="0" fontAlgn="base"/>
            <a:r>
              <a:rPr lang="en-US" strike="noStrike" noProof="1" smtClean="0"/>
              <a:t>Click to edit Master text styles</a:t>
            </a:r>
            <a:endParaRPr lang="en-US" strike="noStrike" noProof="1" smtClean="0"/>
          </a:p>
          <a:p>
            <a:pPr lvl="1" fontAlgn="base"/>
            <a:r>
              <a:rPr lang="en-US" strike="noStrike" noProof="1" smtClean="0"/>
              <a:t>Second level</a:t>
            </a:r>
            <a:endParaRPr lang="en-US" strike="noStrike" noProof="1" smtClean="0"/>
          </a:p>
          <a:p>
            <a:pPr lvl="2" fontAlgn="base"/>
            <a:r>
              <a:rPr lang="en-US" strike="noStrike" noProof="1" smtClean="0"/>
              <a:t>Third level</a:t>
            </a:r>
            <a:endParaRPr lang="en-US" strike="noStrike" noProof="1" smtClean="0"/>
          </a:p>
          <a:p>
            <a:pPr lvl="3" fontAlgn="base"/>
            <a:r>
              <a:rPr lang="en-US" strike="noStrike" noProof="1" smtClean="0"/>
              <a:t>Fourth level</a:t>
            </a:r>
            <a:endParaRPr lang="en-US" strike="noStrike" noProof="1" smtClean="0"/>
          </a:p>
          <a:p>
            <a:pPr lvl="4" fontAlgn="base"/>
            <a:r>
              <a:rPr lang="en-US" strike="noStrike" noProof="1" smtClean="0"/>
              <a:t>Fifth level</a:t>
            </a:r>
            <a:endParaRPr lang="en-US" strike="noStrike" noProof="1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29150" y="1681163"/>
            <a:ext cx="3887391" cy="82391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 fontAlgn="base"/>
            <a:r>
              <a:rPr lang="en-US" strike="noStrike" noProof="1" smtClean="0"/>
              <a:t>Click to edit Master text styles</a:t>
            </a:r>
            <a:endParaRPr lang="en-US" strike="noStrike" noProof="1" smtClean="0"/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29150" y="2505075"/>
            <a:ext cx="3887391" cy="3684588"/>
          </a:xfrm>
        </p:spPr>
        <p:txBody>
          <a:bodyPr/>
          <a:lstStyle/>
          <a:p>
            <a:pPr lvl="0" fontAlgn="base"/>
            <a:r>
              <a:rPr lang="en-US" strike="noStrike" noProof="1" smtClean="0"/>
              <a:t>Click to edit Master text styles</a:t>
            </a:r>
            <a:endParaRPr lang="en-US" strike="noStrike" noProof="1" smtClean="0"/>
          </a:p>
          <a:p>
            <a:pPr lvl="1" fontAlgn="base"/>
            <a:r>
              <a:rPr lang="en-US" strike="noStrike" noProof="1" smtClean="0"/>
              <a:t>Second level</a:t>
            </a:r>
            <a:endParaRPr lang="en-US" strike="noStrike" noProof="1" smtClean="0"/>
          </a:p>
          <a:p>
            <a:pPr lvl="2" fontAlgn="base"/>
            <a:r>
              <a:rPr lang="en-US" strike="noStrike" noProof="1" smtClean="0"/>
              <a:t>Third level</a:t>
            </a:r>
            <a:endParaRPr lang="en-US" strike="noStrike" noProof="1" smtClean="0"/>
          </a:p>
          <a:p>
            <a:pPr lvl="3" fontAlgn="base"/>
            <a:r>
              <a:rPr lang="en-US" strike="noStrike" noProof="1" smtClean="0"/>
              <a:t>Fourth level</a:t>
            </a:r>
            <a:endParaRPr lang="en-US" strike="noStrike" noProof="1" smtClean="0"/>
          </a:p>
          <a:p>
            <a:pPr lvl="4" fontAlgn="base"/>
            <a:r>
              <a:rPr lang="en-US" strike="noStrike" noProof="1" smtClean="0"/>
              <a:t>Fifth level</a:t>
            </a:r>
            <a:endParaRPr lang="en-US" strike="noStrike" noProof="1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idx="10"/>
          </p:nvPr>
        </p:nvSpPr>
        <p:spPr/>
        <p:txBody>
          <a:bodyPr/>
          <a:p>
            <a:pPr lvl="0" defTabSz="457200" eaLnBrk="1" fontAlgn="base" hangingPunct="1">
              <a:lnSpc>
                <a:spcPct val="100000"/>
              </a:lnSpc>
              <a:buClrTx/>
              <a:buSzPct val="100000"/>
              <a:buNone/>
              <a:tabLst>
                <a:tab pos="723900" algn="l"/>
                <a:tab pos="1447800" algn="l"/>
              </a:tabLst>
            </a:pPr>
            <a:fld id="{9A0DB2DC-4C9A-4742-B13C-FB6460FD3503}" type="slidenum">
              <a:rPr lang="ru-RU" altLang="x-none" strike="noStrike" noProof="1" dirty="0" err="1">
                <a:latin typeface="Arial Black" panose="020B0A04020102020204" pitchFamily="32" charset="0"/>
                <a:ea typeface="Arial Unicode MS" charset="-122"/>
                <a:cs typeface="+mn-cs"/>
              </a:rPr>
            </a:fld>
            <a:endParaRPr lang="ru-RU" altLang="x-none" strike="noStrike" noProof="1" dirty="0" err="1"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fontAlgn="base"/>
            <a:r>
              <a:rPr lang="en-US" strike="noStrike" noProof="1" smtClean="0"/>
              <a:t>Click to edit Master title style</a:t>
            </a:r>
            <a:endParaRPr lang="en-US" strike="noStrike" noProof="1"/>
          </a:p>
        </p:txBody>
      </p:sp>
      <p:sp>
        <p:nvSpPr>
          <p:cNvPr id="3" name="Slide Number Placeholder 2"/>
          <p:cNvSpPr>
            <a:spLocks noGrp="1"/>
          </p:cNvSpPr>
          <p:nvPr>
            <p:ph type="sldNum" idx="10"/>
          </p:nvPr>
        </p:nvSpPr>
        <p:spPr/>
        <p:txBody>
          <a:bodyPr/>
          <a:p>
            <a:pPr lvl="0" defTabSz="457200" eaLnBrk="1" fontAlgn="base" hangingPunct="1">
              <a:lnSpc>
                <a:spcPct val="100000"/>
              </a:lnSpc>
              <a:buClrTx/>
              <a:buSzPct val="100000"/>
              <a:buNone/>
              <a:tabLst>
                <a:tab pos="723900" algn="l"/>
                <a:tab pos="1447800" algn="l"/>
              </a:tabLst>
            </a:pPr>
            <a:fld id="{9A0DB2DC-4C9A-4742-B13C-FB6460FD3503}" type="slidenum">
              <a:rPr lang="ru-RU" altLang="x-none" strike="noStrike" noProof="1" dirty="0" err="1">
                <a:latin typeface="Arial Black" panose="020B0A04020102020204" pitchFamily="32" charset="0"/>
                <a:ea typeface="Arial Unicode MS" charset="-122"/>
                <a:cs typeface="+mn-cs"/>
              </a:rPr>
            </a:fld>
            <a:endParaRPr lang="ru-RU" altLang="x-none" strike="noStrike" noProof="1" dirty="0" err="1"/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/>
          <p:cNvSpPr>
            <a:spLocks noGrp="1"/>
          </p:cNvSpPr>
          <p:nvPr>
            <p:ph type="sldNum" idx="10"/>
          </p:nvPr>
        </p:nvSpPr>
        <p:spPr/>
        <p:txBody>
          <a:bodyPr/>
          <a:p>
            <a:pPr lvl="0" defTabSz="457200" eaLnBrk="1" fontAlgn="base" hangingPunct="1">
              <a:lnSpc>
                <a:spcPct val="100000"/>
              </a:lnSpc>
              <a:buClrTx/>
              <a:buSzPct val="100000"/>
              <a:buNone/>
              <a:tabLst>
                <a:tab pos="723900" algn="l"/>
                <a:tab pos="1447800" algn="l"/>
              </a:tabLst>
            </a:pPr>
            <a:fld id="{9A0DB2DC-4C9A-4742-B13C-FB6460FD3503}" type="slidenum">
              <a:rPr lang="ru-RU" altLang="x-none" strike="noStrike" noProof="1" dirty="0" err="1">
                <a:latin typeface="Arial Black" panose="020B0A04020102020204" pitchFamily="32" charset="0"/>
                <a:ea typeface="Arial Unicode MS" charset="-122"/>
                <a:cs typeface="+mn-cs"/>
              </a:rPr>
            </a:fld>
            <a:endParaRPr lang="ru-RU" altLang="x-none" strike="noStrike" noProof="1" dirty="0" err="1"/>
          </a:p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2400"/>
            </a:lvl1pPr>
          </a:lstStyle>
          <a:p>
            <a:pPr fontAlgn="base"/>
            <a:r>
              <a:rPr lang="en-US" strike="noStrike" noProof="1" smtClean="0"/>
              <a:t>Click to edit Master title style</a:t>
            </a:r>
            <a:endParaRPr lang="en-US" strike="noStrike" noProof="1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887391" y="987425"/>
            <a:ext cx="4629150" cy="4873625"/>
          </a:xfr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 fontAlgn="base"/>
            <a:r>
              <a:rPr lang="en-US" strike="noStrike" noProof="1" smtClean="0"/>
              <a:t>Click to edit Master text styles</a:t>
            </a:r>
            <a:endParaRPr lang="en-US" strike="noStrike" noProof="1" smtClean="0"/>
          </a:p>
          <a:p>
            <a:pPr lvl="1" fontAlgn="base"/>
            <a:r>
              <a:rPr lang="en-US" strike="noStrike" noProof="1" smtClean="0"/>
              <a:t>Second level</a:t>
            </a:r>
            <a:endParaRPr lang="en-US" strike="noStrike" noProof="1" smtClean="0"/>
          </a:p>
          <a:p>
            <a:pPr lvl="2" fontAlgn="base"/>
            <a:r>
              <a:rPr lang="en-US" strike="noStrike" noProof="1" smtClean="0"/>
              <a:t>Third level</a:t>
            </a:r>
            <a:endParaRPr lang="en-US" strike="noStrike" noProof="1" smtClean="0"/>
          </a:p>
          <a:p>
            <a:pPr lvl="3" fontAlgn="base"/>
            <a:r>
              <a:rPr lang="en-US" strike="noStrike" noProof="1" smtClean="0"/>
              <a:t>Fourth level</a:t>
            </a:r>
            <a:endParaRPr lang="en-US" strike="noStrike" noProof="1" smtClean="0"/>
          </a:p>
          <a:p>
            <a:pPr lvl="4" fontAlgn="base"/>
            <a:r>
              <a:rPr lang="en-US" strike="noStrike" noProof="1" smtClean="0"/>
              <a:t>Fifth level</a:t>
            </a:r>
            <a:endParaRPr lang="en-US" strike="noStrike" noProof="1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 fontAlgn="base"/>
            <a:r>
              <a:rPr lang="en-US" strike="noStrike" noProof="1" smtClean="0"/>
              <a:t>Click to edit Master text styles</a:t>
            </a:r>
            <a:endParaRPr lang="en-US" strike="noStrike" noProof="1" smtClean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idx="10"/>
          </p:nvPr>
        </p:nvSpPr>
        <p:spPr/>
        <p:txBody>
          <a:bodyPr/>
          <a:p>
            <a:pPr lvl="0" defTabSz="457200" eaLnBrk="1" fontAlgn="base" hangingPunct="1">
              <a:lnSpc>
                <a:spcPct val="100000"/>
              </a:lnSpc>
              <a:buClrTx/>
              <a:buSzPct val="100000"/>
              <a:buNone/>
              <a:tabLst>
                <a:tab pos="723900" algn="l"/>
                <a:tab pos="1447800" algn="l"/>
              </a:tabLst>
            </a:pPr>
            <a:fld id="{9A0DB2DC-4C9A-4742-B13C-FB6460FD3503}" type="slidenum">
              <a:rPr lang="ru-RU" altLang="x-none" strike="noStrike" noProof="1" dirty="0" err="1">
                <a:latin typeface="Arial Black" panose="020B0A04020102020204" pitchFamily="32" charset="0"/>
                <a:ea typeface="Arial Unicode MS" charset="-122"/>
                <a:cs typeface="+mn-cs"/>
              </a:rPr>
            </a:fld>
            <a:endParaRPr lang="ru-RU" altLang="x-none" strike="noStrike" noProof="1" dirty="0" err="1"/>
          </a:p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2400"/>
            </a:lvl1pPr>
          </a:lstStyle>
          <a:p>
            <a:pPr fontAlgn="base"/>
            <a:r>
              <a:rPr lang="en-US" strike="noStrike" noProof="1" smtClean="0"/>
              <a:t>Click to edit Master title style</a:t>
            </a:r>
            <a:endParaRPr lang="en-US" strike="noStrike" noProof="1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3887391" y="987425"/>
            <a:ext cx="4629150" cy="4873625"/>
          </a:xfrm>
        </p:spPr>
        <p:txBody>
          <a:bodyPr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pPr fontAlgn="base"/>
            <a:endParaRPr lang="en-US" strike="noStrike" noProof="1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 fontAlgn="base"/>
            <a:r>
              <a:rPr lang="en-US" strike="noStrike" noProof="1" smtClean="0"/>
              <a:t>Click to edit Master text styles</a:t>
            </a:r>
            <a:endParaRPr lang="en-US" strike="noStrike" noProof="1" smtClean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idx="10"/>
          </p:nvPr>
        </p:nvSpPr>
        <p:spPr/>
        <p:txBody>
          <a:bodyPr/>
          <a:p>
            <a:pPr lvl="0" defTabSz="457200" eaLnBrk="1" fontAlgn="base" hangingPunct="1">
              <a:lnSpc>
                <a:spcPct val="100000"/>
              </a:lnSpc>
              <a:buClrTx/>
              <a:buSzPct val="100000"/>
              <a:buNone/>
              <a:tabLst>
                <a:tab pos="723900" algn="l"/>
                <a:tab pos="1447800" algn="l"/>
              </a:tabLst>
            </a:pPr>
            <a:fld id="{9A0DB2DC-4C9A-4742-B13C-FB6460FD3503}" type="slidenum">
              <a:rPr lang="ru-RU" altLang="x-none" strike="noStrike" noProof="1" dirty="0" err="1">
                <a:latin typeface="Arial Black" panose="020B0A04020102020204" pitchFamily="32" charset="0"/>
                <a:ea typeface="Arial Unicode MS" charset="-122"/>
                <a:cs typeface="+mn-cs"/>
              </a:rPr>
            </a:fld>
            <a:endParaRPr lang="ru-RU" altLang="x-none" strike="noStrike" noProof="1" dirty="0" err="1"/>
          </a:p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fontAlgn="base"/>
            <a:r>
              <a:rPr lang="en-US" strike="noStrike" noProof="1" smtClean="0"/>
              <a:t>Click to edit Master title style</a:t>
            </a:r>
            <a:endParaRPr lang="en-US" strike="noStrike" noProof="1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 fontAlgn="base"/>
            <a:r>
              <a:rPr lang="en-US" strike="noStrike" noProof="1" smtClean="0"/>
              <a:t>Click to edit Master text styles</a:t>
            </a:r>
            <a:endParaRPr lang="en-US" strike="noStrike" noProof="1" smtClean="0"/>
          </a:p>
          <a:p>
            <a:pPr lvl="1" fontAlgn="base"/>
            <a:r>
              <a:rPr lang="en-US" strike="noStrike" noProof="1" smtClean="0"/>
              <a:t>Second level</a:t>
            </a:r>
            <a:endParaRPr lang="en-US" strike="noStrike" noProof="1" smtClean="0"/>
          </a:p>
          <a:p>
            <a:pPr lvl="2" fontAlgn="base"/>
            <a:r>
              <a:rPr lang="en-US" strike="noStrike" noProof="1" smtClean="0"/>
              <a:t>Third level</a:t>
            </a:r>
            <a:endParaRPr lang="en-US" strike="noStrike" noProof="1" smtClean="0"/>
          </a:p>
          <a:p>
            <a:pPr lvl="3" fontAlgn="base"/>
            <a:r>
              <a:rPr lang="en-US" strike="noStrike" noProof="1" smtClean="0"/>
              <a:t>Fourth level</a:t>
            </a:r>
            <a:endParaRPr lang="en-US" strike="noStrike" noProof="1" smtClean="0"/>
          </a:p>
          <a:p>
            <a:pPr lvl="4" fontAlgn="base"/>
            <a:r>
              <a:rPr lang="en-US" strike="noStrike" noProof="1" smtClean="0"/>
              <a:t>Fifth level</a:t>
            </a:r>
            <a:endParaRPr lang="en-US" strike="noStrike" noProof="1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10"/>
          </p:nvPr>
        </p:nvSpPr>
        <p:spPr/>
        <p:txBody>
          <a:bodyPr/>
          <a:p>
            <a:pPr lvl="0" defTabSz="457200" eaLnBrk="1" fontAlgn="base" hangingPunct="1">
              <a:lnSpc>
                <a:spcPct val="100000"/>
              </a:lnSpc>
              <a:buClrTx/>
              <a:buSzPct val="100000"/>
              <a:buNone/>
              <a:tabLst>
                <a:tab pos="723900" algn="l"/>
                <a:tab pos="1447800" algn="l"/>
              </a:tabLst>
            </a:pPr>
            <a:fld id="{9A0DB2DC-4C9A-4742-B13C-FB6460FD3503}" type="slidenum">
              <a:rPr lang="ru-RU" altLang="x-none" strike="noStrike" noProof="1" dirty="0" err="1">
                <a:latin typeface="Arial Black" panose="020B0A04020102020204" pitchFamily="32" charset="0"/>
                <a:ea typeface="Arial Unicode MS" charset="-122"/>
                <a:cs typeface="+mn-cs"/>
              </a:rPr>
            </a:fld>
            <a:endParaRPr lang="ru-RU" altLang="x-none" strike="noStrike" noProof="1" dirty="0" err="1"/>
          </a:p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447235" y="228600"/>
            <a:ext cx="2083991" cy="5788025"/>
          </a:xfrm>
        </p:spPr>
        <p:txBody>
          <a:bodyPr vert="eaVert"/>
          <a:lstStyle/>
          <a:p>
            <a:pPr fontAlgn="base"/>
            <a:r>
              <a:rPr lang="en-US" strike="noStrike" noProof="1" smtClean="0"/>
              <a:t>Click to edit Master title style</a:t>
            </a:r>
            <a:endParaRPr lang="en-US" strike="noStrike" noProof="1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95263" y="228600"/>
            <a:ext cx="6131160" cy="5788025"/>
          </a:xfrm>
        </p:spPr>
        <p:txBody>
          <a:bodyPr vert="eaVert"/>
          <a:lstStyle/>
          <a:p>
            <a:pPr lvl="0" fontAlgn="base"/>
            <a:r>
              <a:rPr lang="en-US" strike="noStrike" noProof="1" smtClean="0"/>
              <a:t>Click to edit Master text styles</a:t>
            </a:r>
            <a:endParaRPr lang="en-US" strike="noStrike" noProof="1" smtClean="0"/>
          </a:p>
          <a:p>
            <a:pPr lvl="1" fontAlgn="base"/>
            <a:r>
              <a:rPr lang="en-US" strike="noStrike" noProof="1" smtClean="0"/>
              <a:t>Second level</a:t>
            </a:r>
            <a:endParaRPr lang="en-US" strike="noStrike" noProof="1" smtClean="0"/>
          </a:p>
          <a:p>
            <a:pPr lvl="2" fontAlgn="base"/>
            <a:r>
              <a:rPr lang="en-US" strike="noStrike" noProof="1" smtClean="0"/>
              <a:t>Third level</a:t>
            </a:r>
            <a:endParaRPr lang="en-US" strike="noStrike" noProof="1" smtClean="0"/>
          </a:p>
          <a:p>
            <a:pPr lvl="3" fontAlgn="base"/>
            <a:r>
              <a:rPr lang="en-US" strike="noStrike" noProof="1" smtClean="0"/>
              <a:t>Fourth level</a:t>
            </a:r>
            <a:endParaRPr lang="en-US" strike="noStrike" noProof="1" smtClean="0"/>
          </a:p>
          <a:p>
            <a:pPr lvl="4" fontAlgn="base"/>
            <a:r>
              <a:rPr lang="en-US" strike="noStrike" noProof="1" smtClean="0"/>
              <a:t>Fifth level</a:t>
            </a:r>
            <a:endParaRPr lang="en-US" strike="noStrike" noProof="1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10"/>
          </p:nvPr>
        </p:nvSpPr>
        <p:spPr/>
        <p:txBody>
          <a:bodyPr/>
          <a:p>
            <a:pPr lvl="0" defTabSz="457200" eaLnBrk="1" fontAlgn="base" hangingPunct="1">
              <a:lnSpc>
                <a:spcPct val="100000"/>
              </a:lnSpc>
              <a:buClrTx/>
              <a:buSzPct val="100000"/>
              <a:buNone/>
              <a:tabLst>
                <a:tab pos="723900" algn="l"/>
                <a:tab pos="1447800" algn="l"/>
              </a:tabLst>
            </a:pPr>
            <a:fld id="{9A0DB2DC-4C9A-4742-B13C-FB6460FD3503}" type="slidenum">
              <a:rPr lang="ru-RU" altLang="x-none" strike="noStrike" noProof="1" dirty="0" err="1">
                <a:latin typeface="Arial Black" panose="020B0A04020102020204" pitchFamily="32" charset="0"/>
                <a:ea typeface="Arial Unicode MS" charset="-122"/>
                <a:cs typeface="+mn-cs"/>
              </a:rPr>
            </a:fld>
            <a:endParaRPr lang="ru-RU" altLang="x-none" strike="noStrike" noProof="1" dirty="0" err="1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2" Type="http://schemas.openxmlformats.org/officeDocument/2006/relationships/theme" Target="../theme/theme1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_rels/slideMaster2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20.xml"/><Relationship Id="rId8" Type="http://schemas.openxmlformats.org/officeDocument/2006/relationships/slideLayout" Target="../slideLayouts/slideLayout19.xml"/><Relationship Id="rId7" Type="http://schemas.openxmlformats.org/officeDocument/2006/relationships/slideLayout" Target="../slideLayouts/slideLayout18.xml"/><Relationship Id="rId6" Type="http://schemas.openxmlformats.org/officeDocument/2006/relationships/slideLayout" Target="../slideLayouts/slideLayout17.xml"/><Relationship Id="rId5" Type="http://schemas.openxmlformats.org/officeDocument/2006/relationships/slideLayout" Target="../slideLayouts/slideLayout16.xml"/><Relationship Id="rId4" Type="http://schemas.openxmlformats.org/officeDocument/2006/relationships/slideLayout" Target="../slideLayouts/slideLayout15.xml"/><Relationship Id="rId3" Type="http://schemas.openxmlformats.org/officeDocument/2006/relationships/slideLayout" Target="../slideLayouts/slideLayout14.xml"/><Relationship Id="rId2" Type="http://schemas.openxmlformats.org/officeDocument/2006/relationships/slideLayout" Target="../slideLayouts/slideLayout13.xml"/><Relationship Id="rId12" Type="http://schemas.openxmlformats.org/officeDocument/2006/relationships/theme" Target="../theme/theme2.xml"/><Relationship Id="rId11" Type="http://schemas.openxmlformats.org/officeDocument/2006/relationships/slideLayout" Target="../slideLayouts/slideLayout22.xml"/><Relationship Id="rId10" Type="http://schemas.openxmlformats.org/officeDocument/2006/relationships/slideLayout" Target="../slideLayouts/slideLayout21.xml"/><Relationship Id="rId1" Type="http://schemas.openxmlformats.org/officeDocument/2006/relationships/slideLayout" Target="../slideLayouts/slideLayout1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grpSp>
        <p:nvGrpSpPr>
          <p:cNvPr id="1026" name="Group 1024"/>
          <p:cNvGrpSpPr/>
          <p:nvPr/>
        </p:nvGrpSpPr>
        <p:grpSpPr>
          <a:xfrm>
            <a:off x="0" y="152400"/>
            <a:ext cx="8683625" cy="6092825"/>
            <a:chOff x="0" y="96"/>
            <a:chExt cx="5470" cy="3838"/>
          </a:xfrm>
        </p:grpSpPr>
        <p:sp>
          <p:nvSpPr>
            <p:cNvPr id="1027" name="Rounded Rectangle 1025"/>
            <p:cNvSpPr/>
            <p:nvPr/>
          </p:nvSpPr>
          <p:spPr>
            <a:xfrm>
              <a:off x="240" y="336"/>
              <a:ext cx="5230" cy="3598"/>
            </a:xfrm>
            <a:prstGeom prst="roundRect">
              <a:avLst>
                <a:gd name="adj" fmla="val 13727"/>
              </a:avLst>
            </a:prstGeom>
            <a:noFill/>
            <a:ln w="50760" cap="sq" cmpd="sng">
              <a:solidFill>
                <a:srgbClr val="669999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anchor="t" anchorCtr="0"/>
            <a:p>
              <a:pPr lvl="0"/>
              <a:endParaRPr lang="en-US" altLang="zh-CN">
                <a:latin typeface="Arial" panose="020B0604020202020204" pitchFamily="34" charset="0"/>
              </a:endParaRPr>
            </a:p>
          </p:txBody>
        </p:sp>
        <p:sp>
          <p:nvSpPr>
            <p:cNvPr id="1028" name="Freeform 1026"/>
            <p:cNvSpPr/>
            <p:nvPr/>
          </p:nvSpPr>
          <p:spPr>
            <a:xfrm>
              <a:off x="0" y="96"/>
              <a:ext cx="5374" cy="766"/>
            </a:xfrm>
            <a:custGeom>
              <a:avLst/>
              <a:gdLst/>
              <a:ahLst/>
              <a:cxnLst>
                <a:cxn ang="0">
                  <a:pos x="0" y="0"/>
                </a:cxn>
                <a:cxn ang="0">
                  <a:pos x="2" y="0"/>
                </a:cxn>
                <a:cxn ang="0">
                  <a:pos x="2" y="2"/>
                </a:cxn>
                <a:cxn ang="0">
                  <a:pos x="2" y="2"/>
                </a:cxn>
                <a:cxn ang="0">
                  <a:pos x="0" y="2"/>
                </a:cxn>
              </a:cxnLst>
              <a:pathLst>
                <a:path w="7000" h="1000">
                  <a:moveTo>
                    <a:pt x="0" y="0"/>
                  </a:moveTo>
                  <a:lnTo>
                    <a:pt x="6499" y="0"/>
                  </a:lnTo>
                  <a:cubicBezTo>
                    <a:pt x="6776" y="0"/>
                    <a:pt x="7000" y="223"/>
                    <a:pt x="7000" y="500"/>
                  </a:cubicBezTo>
                  <a:cubicBezTo>
                    <a:pt x="7000" y="776"/>
                    <a:pt x="6776" y="999"/>
                    <a:pt x="6500" y="1000"/>
                  </a:cubicBezTo>
                  <a:lnTo>
                    <a:pt x="0" y="1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6666CC"/>
            </a:solidFill>
            <a:ln w="9525">
              <a:noFill/>
            </a:ln>
          </p:spPr>
          <p:txBody>
            <a:bodyPr/>
            <a:p>
              <a:endParaRPr lang="en-US"/>
            </a:p>
          </p:txBody>
        </p:sp>
        <p:sp>
          <p:nvSpPr>
            <p:cNvPr id="1029" name="Straight Connector 1027"/>
            <p:cNvSpPr/>
            <p:nvPr/>
          </p:nvSpPr>
          <p:spPr>
            <a:xfrm>
              <a:off x="0" y="768"/>
              <a:ext cx="5086" cy="0"/>
            </a:xfrm>
            <a:prstGeom prst="line">
              <a:avLst/>
            </a:prstGeom>
            <a:ln w="38160" cap="sq" cmpd="sng">
              <a:solidFill>
                <a:srgbClr val="FFFFFF"/>
              </a:solidFill>
              <a:prstDash val="solid"/>
              <a:miter/>
              <a:headEnd type="none" w="med" len="med"/>
              <a:tailEnd type="none" w="med" len="med"/>
            </a:ln>
          </p:spPr>
        </p:sp>
      </p:grpSp>
      <p:sp>
        <p:nvSpPr>
          <p:cNvPr id="1030" name="Title 1028"/>
          <p:cNvSpPr>
            <a:spLocks noGrp="1"/>
          </p:cNvSpPr>
          <p:nvPr>
            <p:ph type="title"/>
          </p:nvPr>
        </p:nvSpPr>
        <p:spPr>
          <a:xfrm>
            <a:off x="195263" y="228600"/>
            <a:ext cx="8012112" cy="911225"/>
          </a:xfrm>
          <a:prstGeom prst="rect">
            <a:avLst/>
          </a:prstGeom>
          <a:noFill/>
          <a:ln w="9525">
            <a:noFill/>
          </a:ln>
        </p:spPr>
        <p:txBody>
          <a:bodyPr wrap="square" lIns="90000" tIns="46800" rIns="90000" bIns="46800" anchor="ctr" anchorCtr="0"/>
          <a:p>
            <a:pPr lvl="0"/>
            <a:r>
              <a:rPr lang="en-GB" altLang="en-US" dirty="0"/>
              <a:t>Для правки текста заголовка щелкните мышью</a:t>
            </a:r>
            <a:endParaRPr lang="en-GB" altLang="en-US" dirty="0"/>
          </a:p>
        </p:txBody>
      </p:sp>
      <p:sp>
        <p:nvSpPr>
          <p:cNvPr id="1031" name="Text Placeholder 1029"/>
          <p:cNvSpPr>
            <a:spLocks noGrp="1"/>
          </p:cNvSpPr>
          <p:nvPr>
            <p:ph type="body"/>
          </p:nvPr>
        </p:nvSpPr>
        <p:spPr>
          <a:xfrm>
            <a:off x="609600" y="1600200"/>
            <a:ext cx="7921625" cy="4416425"/>
          </a:xfrm>
          <a:prstGeom prst="rect">
            <a:avLst/>
          </a:prstGeom>
          <a:noFill/>
          <a:ln w="9525">
            <a:noFill/>
          </a:ln>
        </p:spPr>
        <p:txBody>
          <a:bodyPr wrap="square" lIns="90000" tIns="46800" rIns="90000" bIns="46800" anchor="t" anchorCtr="0"/>
          <a:p>
            <a:pPr lvl="0"/>
            <a:r>
              <a:rPr lang="en-GB" altLang="en-US" dirty="0"/>
              <a:t>Для правки структуры щелкните мышью</a:t>
            </a:r>
            <a:endParaRPr lang="en-GB" altLang="en-US" dirty="0"/>
          </a:p>
          <a:p>
            <a:pPr lvl="1"/>
            <a:r>
              <a:rPr lang="en-GB" altLang="en-US" dirty="0"/>
              <a:t>Второй уровень структуры</a:t>
            </a:r>
            <a:endParaRPr lang="en-GB" altLang="en-US" dirty="0"/>
          </a:p>
          <a:p>
            <a:pPr lvl="2"/>
            <a:r>
              <a:rPr lang="en-GB" altLang="en-US" dirty="0"/>
              <a:t>Третий уровень структуры</a:t>
            </a:r>
            <a:endParaRPr lang="en-GB" altLang="en-US" dirty="0"/>
          </a:p>
          <a:p>
            <a:pPr lvl="3"/>
            <a:r>
              <a:rPr lang="en-GB" altLang="en-US" dirty="0"/>
              <a:t>Четвёртый уровень структуры</a:t>
            </a:r>
            <a:endParaRPr lang="en-GB" altLang="en-US" dirty="0"/>
          </a:p>
          <a:p>
            <a:pPr lvl="4"/>
            <a:r>
              <a:rPr lang="en-GB" altLang="en-US" dirty="0"/>
              <a:t>Пятый уровень структуры</a:t>
            </a:r>
            <a:endParaRPr lang="en-GB" altLang="en-US" dirty="0"/>
          </a:p>
          <a:p>
            <a:pPr lvl="4"/>
            <a:r>
              <a:rPr lang="en-GB" altLang="en-US" dirty="0"/>
              <a:t>Шестой уровень структуры</a:t>
            </a:r>
            <a:endParaRPr lang="en-GB" altLang="en-US" dirty="0"/>
          </a:p>
          <a:p>
            <a:pPr lvl="4"/>
            <a:r>
              <a:rPr lang="en-GB" altLang="en-US" dirty="0"/>
              <a:t>Седьмой уровень структуры</a:t>
            </a:r>
            <a:endParaRPr lang="en-GB" altLang="en-US" dirty="0"/>
          </a:p>
          <a:p>
            <a:pPr lvl="4"/>
            <a:r>
              <a:rPr lang="en-GB" altLang="en-US" dirty="0"/>
              <a:t>Восьмой уровень структуры</a:t>
            </a:r>
            <a:endParaRPr lang="en-GB" altLang="en-US" dirty="0"/>
          </a:p>
          <a:p>
            <a:pPr lvl="4"/>
            <a:r>
              <a:rPr lang="en-GB" altLang="en-US" dirty="0"/>
              <a:t>Девятый уровень структуры</a:t>
            </a:r>
            <a:endParaRPr lang="en-GB" altLang="en-US" dirty="0"/>
          </a:p>
        </p:txBody>
      </p:sp>
      <p:sp>
        <p:nvSpPr>
          <p:cNvPr id="1032" name="Text Box 1030"/>
          <p:cNvSpPr txBox="1"/>
          <p:nvPr/>
        </p:nvSpPr>
        <p:spPr>
          <a:xfrm>
            <a:off x="457200" y="6248400"/>
            <a:ext cx="2133600" cy="457200"/>
          </a:xfrm>
          <a:prstGeom prst="rect">
            <a:avLst/>
          </a:prstGeom>
          <a:noFill/>
          <a:ln w="9525">
            <a:noFill/>
          </a:ln>
        </p:spPr>
        <p:txBody>
          <a:bodyPr anchor="t" anchorCtr="0"/>
          <a:p>
            <a:pPr lvl="0"/>
            <a:endParaRPr lang="en-US" altLang="zh-CN">
              <a:latin typeface="Arial" panose="020B0604020202020204" pitchFamily="34" charset="0"/>
            </a:endParaRPr>
          </a:p>
        </p:txBody>
      </p:sp>
      <p:sp>
        <p:nvSpPr>
          <p:cNvPr id="1033" name="Text Box 1031"/>
          <p:cNvSpPr txBox="1"/>
          <p:nvPr/>
        </p:nvSpPr>
        <p:spPr>
          <a:xfrm>
            <a:off x="3124200" y="6248400"/>
            <a:ext cx="2895600" cy="457200"/>
          </a:xfrm>
          <a:prstGeom prst="rect">
            <a:avLst/>
          </a:prstGeom>
          <a:noFill/>
          <a:ln w="9525">
            <a:noFill/>
          </a:ln>
        </p:spPr>
        <p:txBody>
          <a:bodyPr anchor="t" anchorCtr="0"/>
          <a:p>
            <a:pPr lvl="0"/>
            <a:endParaRPr lang="en-US" altLang="zh-CN">
              <a:latin typeface="Arial" panose="020B0604020202020204" pitchFamily="34" charset="0"/>
            </a:endParaRPr>
          </a:p>
        </p:txBody>
      </p:sp>
      <p:sp>
        <p:nvSpPr>
          <p:cNvPr id="2" name="Slide Number Placeholder 1032"/>
          <p:cNvSpPr>
            <a:spLocks noGrp="1"/>
          </p:cNvSpPr>
          <p:nvPr>
            <p:ph type="sldNum"/>
          </p:nvPr>
        </p:nvSpPr>
        <p:spPr>
          <a:xfrm>
            <a:off x="6553200" y="6248400"/>
            <a:ext cx="2130425" cy="454025"/>
          </a:xfrm>
          <a:prstGeom prst="rect">
            <a:avLst/>
          </a:prstGeom>
          <a:noFill/>
          <a:ln w="9525">
            <a:noFill/>
          </a:ln>
        </p:spPr>
        <p:txBody>
          <a:bodyPr wrap="square" lIns="90000" tIns="46800" rIns="90000" bIns="46800" anchor="b" anchorCtr="0"/>
          <a:lstStyle>
            <a:lvl1pPr>
              <a:buFontTx/>
              <a:defRPr/>
            </a:lvl1pPr>
          </a:lstStyle>
          <a:p>
            <a:pPr lvl="0" defTabSz="457200" eaLnBrk="1" fontAlgn="base" hangingPunct="1">
              <a:buClrTx/>
              <a:buSzPct val="100000"/>
              <a:buNone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fld id="{9A0DB2DC-4C9A-4742-B13C-FB6460FD3503}" type="slidenum">
              <a:rPr lang="ru-RU" altLang="x-none" strike="noStrike" noProof="1" dirty="0" err="1">
                <a:latin typeface="Arial" panose="020B0604020202020204" pitchFamily="34" charset="0"/>
                <a:ea typeface="Microsoft YaHei" panose="020B0503020204020204" charset="-122"/>
                <a:cs typeface="+mn-cs"/>
              </a:rPr>
            </a:fld>
            <a:endParaRPr lang="ru-RU" altLang="x-none" strike="noStrike" noProof="1" dirty="0" err="1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sldNum="0" hdr="0" ftr="0" dt="0"/>
  <p:txStyles>
    <p:titleStyle>
      <a:lvl1pPr marL="0" lvl="0" indent="0" algn="l" defTabSz="457200" rtl="0" eaLnBrk="0" fontAlgn="base" latinLnBrk="0" hangingPunct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SzPct val="100000"/>
        <a:buFont typeface="Times New Roman" panose="02020603050405020304" pitchFamily="16" charset="0"/>
        <a:buNone/>
        <a:defRPr sz="4200" b="0" i="0" u="none" kern="1200" baseline="0">
          <a:solidFill>
            <a:srgbClr val="FFFFFF"/>
          </a:solidFill>
          <a:latin typeface="+mj-lt"/>
          <a:ea typeface="+mj-ea"/>
          <a:cs typeface="+mj-cs"/>
        </a:defRPr>
      </a:lvl1pPr>
      <a:lvl2pPr marL="742950" lvl="1" indent="-285750" algn="l" defTabSz="457200" rtl="0" eaLnBrk="0" fontAlgn="base" latinLnBrk="0" hangingPunct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SzPct val="100000"/>
        <a:buFont typeface="Times New Roman" panose="02020603050405020304" pitchFamily="16" charset="0"/>
        <a:buNone/>
        <a:defRPr sz="4200" b="0" i="0" u="none" kern="1200" baseline="0">
          <a:solidFill>
            <a:srgbClr val="FFFFFF"/>
          </a:solidFill>
          <a:latin typeface="Arial" panose="020B0604020202020204" pitchFamily="34" charset="0"/>
          <a:ea typeface="Microsoft YaHei" panose="020B0503020204020204" charset="-122"/>
          <a:cs typeface="+mj-cs"/>
        </a:defRPr>
      </a:lvl2pPr>
      <a:lvl3pPr marL="1143000" lvl="2" indent="-228600" algn="l" defTabSz="457200" rtl="0" eaLnBrk="0" fontAlgn="base" latinLnBrk="0" hangingPunct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SzPct val="100000"/>
        <a:buFont typeface="Times New Roman" panose="02020603050405020304" pitchFamily="16" charset="0"/>
        <a:buNone/>
        <a:defRPr sz="4200" b="0" i="0" u="none" kern="1200" baseline="0">
          <a:solidFill>
            <a:srgbClr val="FFFFFF"/>
          </a:solidFill>
          <a:latin typeface="Arial" panose="020B0604020202020204" pitchFamily="34" charset="0"/>
          <a:ea typeface="Microsoft YaHei" panose="020B0503020204020204" charset="-122"/>
          <a:cs typeface="+mj-cs"/>
        </a:defRPr>
      </a:lvl3pPr>
      <a:lvl4pPr marL="1600200" lvl="3" indent="-228600" algn="l" defTabSz="457200" rtl="0" eaLnBrk="0" fontAlgn="base" latinLnBrk="0" hangingPunct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SzPct val="100000"/>
        <a:buFont typeface="Times New Roman" panose="02020603050405020304" pitchFamily="16" charset="0"/>
        <a:buNone/>
        <a:defRPr sz="4200" b="0" i="0" u="none" kern="1200" baseline="0">
          <a:solidFill>
            <a:srgbClr val="FFFFFF"/>
          </a:solidFill>
          <a:latin typeface="Arial" panose="020B0604020202020204" pitchFamily="34" charset="0"/>
          <a:ea typeface="Microsoft YaHei" panose="020B0503020204020204" charset="-122"/>
          <a:cs typeface="+mj-cs"/>
        </a:defRPr>
      </a:lvl4pPr>
      <a:lvl5pPr marL="2057400" lvl="4" indent="-228600" algn="l" defTabSz="457200" rtl="0" eaLnBrk="0" fontAlgn="base" latinLnBrk="0" hangingPunct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SzPct val="100000"/>
        <a:buFont typeface="Times New Roman" panose="02020603050405020304" pitchFamily="16" charset="0"/>
        <a:buNone/>
        <a:defRPr sz="4200" b="0" i="0" u="none" kern="1200" baseline="0">
          <a:solidFill>
            <a:srgbClr val="FFFFFF"/>
          </a:solidFill>
          <a:latin typeface="Arial" panose="020B0604020202020204" pitchFamily="34" charset="0"/>
          <a:ea typeface="Microsoft YaHei" panose="020B0503020204020204" charset="-122"/>
          <a:cs typeface="+mj-cs"/>
        </a:defRPr>
      </a:lvl5pPr>
    </p:titleStyle>
    <p:bodyStyle>
      <a:lvl1pPr marL="342900" lvl="0" indent="-342900" algn="l" defTabSz="457200" rtl="0" eaLnBrk="0" fontAlgn="base" latinLnBrk="0" hangingPunct="0">
        <a:lnSpc>
          <a:spcPct val="100000"/>
        </a:lnSpc>
        <a:spcBef>
          <a:spcPts val="800"/>
        </a:spcBef>
        <a:spcAft>
          <a:spcPct val="0"/>
        </a:spcAft>
        <a:buClr>
          <a:srgbClr val="000000"/>
        </a:buClr>
        <a:buSzPct val="100000"/>
        <a:buFont typeface="Times New Roman" panose="02020603050405020304" pitchFamily="16" charset="0"/>
        <a:buNone/>
        <a:defRPr sz="3200" b="0" i="0" u="none" kern="1200" baseline="0">
          <a:solidFill>
            <a:srgbClr val="000000"/>
          </a:solidFill>
          <a:latin typeface="+mn-lt"/>
          <a:ea typeface="+mn-ea"/>
          <a:cs typeface="+mn-cs"/>
        </a:defRPr>
      </a:lvl1pPr>
      <a:lvl2pPr marL="742950" lvl="1" indent="-285750" algn="l" defTabSz="457200" rtl="0" eaLnBrk="0" fontAlgn="base" latinLnBrk="0" hangingPunct="0">
        <a:lnSpc>
          <a:spcPct val="100000"/>
        </a:lnSpc>
        <a:spcBef>
          <a:spcPts val="700"/>
        </a:spcBef>
        <a:spcAft>
          <a:spcPct val="0"/>
        </a:spcAft>
        <a:buClr>
          <a:srgbClr val="000000"/>
        </a:buClr>
        <a:buSzPct val="100000"/>
        <a:buFont typeface="Times New Roman" panose="02020603050405020304" pitchFamily="16" charset="0"/>
        <a:buNone/>
        <a:defRPr sz="2800" b="0" i="0" u="none" kern="1200" baseline="0">
          <a:solidFill>
            <a:srgbClr val="000000"/>
          </a:solidFill>
          <a:latin typeface="Arial" panose="020B0604020202020204" pitchFamily="34" charset="0"/>
          <a:ea typeface="Microsoft YaHei" panose="020B0503020204020204" charset="-122"/>
          <a:cs typeface="+mn-cs"/>
        </a:defRPr>
      </a:lvl2pPr>
      <a:lvl3pPr marL="1143000" lvl="2" indent="-228600" algn="l" defTabSz="457200" rtl="0" eaLnBrk="0" fontAlgn="base" latinLnBrk="0" hangingPunct="0">
        <a:lnSpc>
          <a:spcPct val="100000"/>
        </a:lnSpc>
        <a:spcBef>
          <a:spcPts val="600"/>
        </a:spcBef>
        <a:spcAft>
          <a:spcPct val="0"/>
        </a:spcAft>
        <a:buClr>
          <a:srgbClr val="000000"/>
        </a:buClr>
        <a:buSzPct val="100000"/>
        <a:buFont typeface="Times New Roman" panose="02020603050405020304" pitchFamily="16" charset="0"/>
        <a:buNone/>
        <a:defRPr sz="2400" b="0" i="0" u="none" kern="1200" baseline="0">
          <a:solidFill>
            <a:srgbClr val="000000"/>
          </a:solidFill>
          <a:latin typeface="Arial" panose="020B0604020202020204" pitchFamily="34" charset="0"/>
          <a:ea typeface="Microsoft YaHei" panose="020B0503020204020204" charset="-122"/>
          <a:cs typeface="+mn-cs"/>
        </a:defRPr>
      </a:lvl3pPr>
      <a:lvl4pPr marL="1600200" lvl="3" indent="-228600" algn="l" defTabSz="457200" rtl="0" eaLnBrk="0" fontAlgn="base" latinLnBrk="0" hangingPunct="0">
        <a:lnSpc>
          <a:spcPct val="100000"/>
        </a:lnSpc>
        <a:spcBef>
          <a:spcPts val="500"/>
        </a:spcBef>
        <a:spcAft>
          <a:spcPct val="0"/>
        </a:spcAft>
        <a:buClr>
          <a:srgbClr val="000000"/>
        </a:buClr>
        <a:buSzPct val="100000"/>
        <a:buFont typeface="Times New Roman" panose="02020603050405020304" pitchFamily="16" charset="0"/>
        <a:buNone/>
        <a:defRPr sz="2000" b="0" i="0" u="none" kern="1200" baseline="0">
          <a:solidFill>
            <a:srgbClr val="000000"/>
          </a:solidFill>
          <a:latin typeface="Arial" panose="020B0604020202020204" pitchFamily="34" charset="0"/>
          <a:ea typeface="Microsoft YaHei" panose="020B0503020204020204" charset="-122"/>
          <a:cs typeface="+mn-cs"/>
        </a:defRPr>
      </a:lvl4pPr>
      <a:lvl5pPr marL="2057400" lvl="4" indent="-228600" algn="l" defTabSz="457200" rtl="0" eaLnBrk="0" fontAlgn="base" latinLnBrk="0" hangingPunct="0">
        <a:lnSpc>
          <a:spcPct val="100000"/>
        </a:lnSpc>
        <a:spcBef>
          <a:spcPts val="500"/>
        </a:spcBef>
        <a:spcAft>
          <a:spcPct val="0"/>
        </a:spcAft>
        <a:buClr>
          <a:srgbClr val="000000"/>
        </a:buClr>
        <a:buSzPct val="100000"/>
        <a:buFont typeface="Times New Roman" panose="02020603050405020304" pitchFamily="16" charset="0"/>
        <a:buNone/>
        <a:defRPr sz="2000" b="0" i="0" u="none" kern="1200" baseline="0">
          <a:solidFill>
            <a:srgbClr val="000000"/>
          </a:solidFill>
          <a:latin typeface="Arial" panose="020B0604020202020204" pitchFamily="34" charset="0"/>
          <a:ea typeface="Microsoft YaHei" panose="020B0503020204020204" charset="-122"/>
          <a:cs typeface="+mn-cs"/>
        </a:defRPr>
      </a:lvl5pPr>
      <a:lvl6pPr marL="2514600" lvl="5" indent="-228600" algn="l" defTabSz="457200" rtl="0" eaLnBrk="0" fontAlgn="base" latinLnBrk="0" hangingPunct="0">
        <a:lnSpc>
          <a:spcPct val="100000"/>
        </a:lnSpc>
        <a:spcBef>
          <a:spcPts val="500"/>
        </a:spcBef>
        <a:spcAft>
          <a:spcPct val="0"/>
        </a:spcAft>
        <a:buClr>
          <a:srgbClr val="000000"/>
        </a:buClr>
        <a:buSzPct val="100000"/>
        <a:buFont typeface="Times New Roman" panose="02020603050405020304" pitchFamily="16" charset="0"/>
        <a:buNone/>
        <a:defRPr sz="2000" b="0" i="0" u="none" kern="1200" baseline="0">
          <a:solidFill>
            <a:srgbClr val="000000"/>
          </a:solidFill>
          <a:latin typeface="Arial" panose="020B0604020202020204" pitchFamily="34" charset="0"/>
          <a:ea typeface="Microsoft YaHei" panose="020B0503020204020204" charset="-122"/>
          <a:cs typeface="+mn-cs"/>
        </a:defRPr>
      </a:lvl6pPr>
      <a:lvl7pPr marL="2971800" lvl="6" indent="-228600" algn="l" defTabSz="457200" rtl="0" eaLnBrk="0" fontAlgn="base" latinLnBrk="0" hangingPunct="0">
        <a:lnSpc>
          <a:spcPct val="100000"/>
        </a:lnSpc>
        <a:spcBef>
          <a:spcPts val="500"/>
        </a:spcBef>
        <a:spcAft>
          <a:spcPct val="0"/>
        </a:spcAft>
        <a:buClr>
          <a:srgbClr val="000000"/>
        </a:buClr>
        <a:buSzPct val="100000"/>
        <a:buFont typeface="Times New Roman" panose="02020603050405020304" pitchFamily="16" charset="0"/>
        <a:buNone/>
        <a:defRPr sz="2000" b="0" i="0" u="none" kern="1200" baseline="0">
          <a:solidFill>
            <a:srgbClr val="000000"/>
          </a:solidFill>
          <a:latin typeface="Arial" panose="020B0604020202020204" pitchFamily="34" charset="0"/>
          <a:ea typeface="Microsoft YaHei" panose="020B0503020204020204" charset="-122"/>
          <a:cs typeface="+mn-cs"/>
        </a:defRPr>
      </a:lvl7pPr>
      <a:lvl8pPr marL="3429000" lvl="7" indent="-228600" algn="l" defTabSz="457200" rtl="0" eaLnBrk="0" fontAlgn="base" latinLnBrk="0" hangingPunct="0">
        <a:lnSpc>
          <a:spcPct val="100000"/>
        </a:lnSpc>
        <a:spcBef>
          <a:spcPts val="500"/>
        </a:spcBef>
        <a:spcAft>
          <a:spcPct val="0"/>
        </a:spcAft>
        <a:buClr>
          <a:srgbClr val="000000"/>
        </a:buClr>
        <a:buSzPct val="100000"/>
        <a:buFont typeface="Times New Roman" panose="02020603050405020304" pitchFamily="16" charset="0"/>
        <a:buNone/>
        <a:defRPr sz="2000" b="0" i="0" u="none" kern="1200" baseline="0">
          <a:solidFill>
            <a:srgbClr val="000000"/>
          </a:solidFill>
          <a:latin typeface="Arial" panose="020B0604020202020204" pitchFamily="34" charset="0"/>
          <a:ea typeface="Microsoft YaHei" panose="020B0503020204020204" charset="-122"/>
          <a:cs typeface="+mn-cs"/>
        </a:defRPr>
      </a:lvl8pPr>
      <a:lvl9pPr marL="3886200" lvl="8" indent="-228600" algn="l" defTabSz="457200" rtl="0" eaLnBrk="0" fontAlgn="base" latinLnBrk="0" hangingPunct="0">
        <a:lnSpc>
          <a:spcPct val="100000"/>
        </a:lnSpc>
        <a:spcBef>
          <a:spcPts val="500"/>
        </a:spcBef>
        <a:spcAft>
          <a:spcPct val="0"/>
        </a:spcAft>
        <a:buClr>
          <a:srgbClr val="000000"/>
        </a:buClr>
        <a:buSzPct val="100000"/>
        <a:buFont typeface="Times New Roman" panose="02020603050405020304" pitchFamily="16" charset="0"/>
        <a:buNone/>
        <a:defRPr sz="2000" b="0" i="0" u="none" kern="1200" baseline="0">
          <a:solidFill>
            <a:srgbClr val="000000"/>
          </a:solidFill>
          <a:latin typeface="Arial" panose="020B0604020202020204" pitchFamily="34" charset="0"/>
          <a:ea typeface="Microsoft YaHei" panose="020B0503020204020204" charset="-122"/>
          <a:cs typeface="+mn-cs"/>
        </a:defRPr>
      </a:lvl9pPr>
    </p:bodyStyle>
    <p:otherStyle>
      <a:lvl1pPr marL="0" lvl="0" indent="0" algn="l" defTabSz="457200" rtl="0" eaLnBrk="1" fontAlgn="base" latinLnBrk="0" hangingPunct="1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SzPct val="100000"/>
        <a:buFont typeface="Times New Roman" panose="02020603050405020304" pitchFamily="16" charset="0"/>
        <a:buNone/>
        <a:defRPr sz="1800" b="0" i="0" u="none" kern="1200" baseline="0">
          <a:solidFill>
            <a:srgbClr val="000000"/>
          </a:solidFill>
          <a:latin typeface="+mn-lt"/>
          <a:ea typeface="+mn-ea"/>
          <a:cs typeface="+mn-cs"/>
        </a:defRPr>
      </a:lvl1pPr>
      <a:lvl2pPr marL="742950" lvl="1" indent="-285750" algn="l" defTabSz="457200" rtl="0" eaLnBrk="1" fontAlgn="base" latinLnBrk="0" hangingPunct="1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SzPct val="100000"/>
        <a:buFont typeface="Times New Roman" panose="02020603050405020304" pitchFamily="16" charset="0"/>
        <a:buNone/>
        <a:defRPr sz="1800" b="0" i="0" u="none" kern="1200" baseline="0">
          <a:solidFill>
            <a:srgbClr val="000000"/>
          </a:solidFill>
          <a:latin typeface="Arial" panose="020B0604020202020204" pitchFamily="34" charset="0"/>
          <a:ea typeface="Microsoft YaHei" panose="020B0503020204020204" charset="-122"/>
          <a:cs typeface="+mn-cs"/>
        </a:defRPr>
      </a:lvl2pPr>
      <a:lvl3pPr marL="1143000" lvl="2" indent="-228600" algn="l" defTabSz="457200" rtl="0" eaLnBrk="1" fontAlgn="base" latinLnBrk="0" hangingPunct="1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SzPct val="100000"/>
        <a:buFont typeface="Times New Roman" panose="02020603050405020304" pitchFamily="16" charset="0"/>
        <a:buNone/>
        <a:defRPr sz="1800" b="0" i="0" u="none" kern="1200" baseline="0">
          <a:solidFill>
            <a:srgbClr val="000000"/>
          </a:solidFill>
          <a:latin typeface="Arial" panose="020B0604020202020204" pitchFamily="34" charset="0"/>
          <a:ea typeface="Microsoft YaHei" panose="020B0503020204020204" charset="-122"/>
          <a:cs typeface="+mn-cs"/>
        </a:defRPr>
      </a:lvl3pPr>
      <a:lvl4pPr marL="1600200" lvl="3" indent="-228600" algn="l" defTabSz="457200" rtl="0" eaLnBrk="1" fontAlgn="base" latinLnBrk="0" hangingPunct="1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SzPct val="100000"/>
        <a:buFont typeface="Times New Roman" panose="02020603050405020304" pitchFamily="16" charset="0"/>
        <a:buNone/>
        <a:defRPr sz="1800" b="0" i="0" u="none" kern="1200" baseline="0">
          <a:solidFill>
            <a:srgbClr val="000000"/>
          </a:solidFill>
          <a:latin typeface="Arial" panose="020B0604020202020204" pitchFamily="34" charset="0"/>
          <a:ea typeface="Microsoft YaHei" panose="020B0503020204020204" charset="-122"/>
          <a:cs typeface="+mn-cs"/>
        </a:defRPr>
      </a:lvl4pPr>
      <a:lvl5pPr marL="2057400" lvl="4" indent="-228600" algn="l" defTabSz="457200" rtl="0" eaLnBrk="1" fontAlgn="base" latinLnBrk="0" hangingPunct="1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SzPct val="100000"/>
        <a:buFont typeface="Times New Roman" panose="02020603050405020304" pitchFamily="16" charset="0"/>
        <a:buNone/>
        <a:defRPr sz="1800" b="0" i="0" u="none" kern="1200" baseline="0">
          <a:solidFill>
            <a:srgbClr val="000000"/>
          </a:solidFill>
          <a:latin typeface="Arial" panose="020B0604020202020204" pitchFamily="34" charset="0"/>
          <a:ea typeface="Microsoft YaHei" panose="020B0503020204020204" charset="-122"/>
          <a:cs typeface="+mn-cs"/>
        </a:defRPr>
      </a:lvl5pPr>
      <a:lvl6pPr marL="2286000" lvl="5" indent="-228600" algn="l" defTabSz="457200" rtl="0" eaLnBrk="1" fontAlgn="base" latinLnBrk="0" hangingPunct="1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SzPct val="100000"/>
        <a:buFont typeface="Times New Roman" panose="02020603050405020304" pitchFamily="16" charset="0"/>
        <a:buNone/>
        <a:defRPr sz="1800" b="0" i="0" u="none" kern="1200" baseline="0">
          <a:solidFill>
            <a:srgbClr val="000000"/>
          </a:solidFill>
          <a:latin typeface="Arial" panose="020B0604020202020204" pitchFamily="34" charset="0"/>
          <a:ea typeface="Microsoft YaHei" panose="020B0503020204020204" charset="-122"/>
          <a:cs typeface="+mn-cs"/>
        </a:defRPr>
      </a:lvl6pPr>
      <a:lvl7pPr marL="2743200" lvl="6" indent="-228600" algn="l" defTabSz="457200" rtl="0" eaLnBrk="1" fontAlgn="base" latinLnBrk="0" hangingPunct="1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SzPct val="100000"/>
        <a:buFont typeface="Times New Roman" panose="02020603050405020304" pitchFamily="16" charset="0"/>
        <a:buNone/>
        <a:defRPr sz="1800" b="0" i="0" u="none" kern="1200" baseline="0">
          <a:solidFill>
            <a:srgbClr val="000000"/>
          </a:solidFill>
          <a:latin typeface="Arial" panose="020B0604020202020204" pitchFamily="34" charset="0"/>
          <a:ea typeface="Microsoft YaHei" panose="020B0503020204020204" charset="-122"/>
          <a:cs typeface="+mn-cs"/>
        </a:defRPr>
      </a:lvl7pPr>
      <a:lvl8pPr marL="3200400" lvl="7" indent="-228600" algn="l" defTabSz="457200" rtl="0" eaLnBrk="1" fontAlgn="base" latinLnBrk="0" hangingPunct="1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SzPct val="100000"/>
        <a:buFont typeface="Times New Roman" panose="02020603050405020304" pitchFamily="16" charset="0"/>
        <a:buNone/>
        <a:defRPr sz="1800" b="0" i="0" u="none" kern="1200" baseline="0">
          <a:solidFill>
            <a:srgbClr val="000000"/>
          </a:solidFill>
          <a:latin typeface="Arial" panose="020B0604020202020204" pitchFamily="34" charset="0"/>
          <a:ea typeface="Microsoft YaHei" panose="020B0503020204020204" charset="-122"/>
          <a:cs typeface="+mn-cs"/>
        </a:defRPr>
      </a:lvl8pPr>
      <a:lvl9pPr marL="3657600" lvl="8" indent="-228600" algn="l" defTabSz="457200" rtl="0" eaLnBrk="1" fontAlgn="base" latinLnBrk="0" hangingPunct="1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SzPct val="100000"/>
        <a:buFont typeface="Times New Roman" panose="02020603050405020304" pitchFamily="16" charset="0"/>
        <a:buNone/>
        <a:defRPr sz="1800" b="0" i="0" u="none" kern="1200" baseline="0">
          <a:solidFill>
            <a:srgbClr val="000000"/>
          </a:solidFill>
          <a:latin typeface="Arial" panose="020B0604020202020204" pitchFamily="34" charset="0"/>
          <a:ea typeface="Microsoft YaHei" panose="020B0503020204020204" charset="-122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grpSp>
        <p:nvGrpSpPr>
          <p:cNvPr id="2050" name="Group 2048"/>
          <p:cNvGrpSpPr/>
          <p:nvPr/>
        </p:nvGrpSpPr>
        <p:grpSpPr>
          <a:xfrm>
            <a:off x="0" y="927100"/>
            <a:ext cx="8988425" cy="4492625"/>
            <a:chOff x="0" y="584"/>
            <a:chExt cx="5662" cy="2830"/>
          </a:xfrm>
        </p:grpSpPr>
        <p:sp>
          <p:nvSpPr>
            <p:cNvPr id="2051" name="Rounded Rectangle 2049"/>
            <p:cNvSpPr/>
            <p:nvPr/>
          </p:nvSpPr>
          <p:spPr>
            <a:xfrm>
              <a:off x="432" y="1304"/>
              <a:ext cx="4654" cy="2110"/>
            </a:xfrm>
            <a:prstGeom prst="roundRect">
              <a:avLst>
                <a:gd name="adj" fmla="val 16667"/>
              </a:avLst>
            </a:prstGeom>
            <a:noFill/>
            <a:ln w="50760" cap="sq" cmpd="sng">
              <a:solidFill>
                <a:srgbClr val="669999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anchor="t" anchorCtr="0"/>
            <a:p>
              <a:pPr lvl="0"/>
              <a:endParaRPr lang="en-US" altLang="zh-CN">
                <a:latin typeface="Arial" panose="020B0604020202020204" pitchFamily="34" charset="0"/>
              </a:endParaRPr>
            </a:p>
          </p:txBody>
        </p:sp>
        <p:sp>
          <p:nvSpPr>
            <p:cNvPr id="2052" name="Rectangles 2050"/>
            <p:cNvSpPr/>
            <p:nvPr/>
          </p:nvSpPr>
          <p:spPr>
            <a:xfrm>
              <a:off x="144" y="584"/>
              <a:ext cx="4510" cy="622"/>
            </a:xfrm>
            <a:prstGeom prst="rect">
              <a:avLst/>
            </a:prstGeom>
            <a:solidFill>
              <a:srgbClr val="FFFFFF"/>
            </a:solidFill>
            <a:ln w="57240" cap="sq" cmpd="sng">
              <a:solidFill>
                <a:srgbClr val="669999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anchor="t" anchorCtr="0"/>
            <a:p>
              <a:pPr lvl="0"/>
              <a:endParaRPr lang="en-US" altLang="zh-CN">
                <a:latin typeface="Arial" panose="020B0604020202020204" pitchFamily="34" charset="0"/>
              </a:endParaRPr>
            </a:p>
          </p:txBody>
        </p:sp>
        <p:sp>
          <p:nvSpPr>
            <p:cNvPr id="2053" name="Freeform 2051"/>
            <p:cNvSpPr/>
            <p:nvPr/>
          </p:nvSpPr>
          <p:spPr>
            <a:xfrm>
              <a:off x="0" y="872"/>
              <a:ext cx="5662" cy="1150"/>
            </a:xfrm>
            <a:custGeom>
              <a:avLst/>
              <a:gdLst/>
              <a:ahLst/>
              <a:cxnLst>
                <a:cxn ang="0">
                  <a:pos x="0" y="0"/>
                </a:cxn>
                <a:cxn ang="0">
                  <a:pos x="6902408" y="0"/>
                </a:cxn>
                <a:cxn ang="0">
                  <a:pos x="7685207" y="785242"/>
                </a:cxn>
                <a:cxn ang="0">
                  <a:pos x="6903952" y="1567867"/>
                </a:cxn>
                <a:cxn ang="0">
                  <a:pos x="0" y="1567867"/>
                </a:cxn>
              </a:cxnLst>
              <a:pathLst>
                <a:path w="4917" h="1000">
                  <a:moveTo>
                    <a:pt x="0" y="0"/>
                  </a:moveTo>
                  <a:lnTo>
                    <a:pt x="4416" y="0"/>
                  </a:lnTo>
                  <a:cubicBezTo>
                    <a:pt x="4693" y="0"/>
                    <a:pt x="4917" y="223"/>
                    <a:pt x="4917" y="500"/>
                  </a:cubicBezTo>
                  <a:cubicBezTo>
                    <a:pt x="4917" y="776"/>
                    <a:pt x="4693" y="999"/>
                    <a:pt x="4417" y="1000"/>
                  </a:cubicBezTo>
                  <a:lnTo>
                    <a:pt x="0" y="1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6666CC"/>
            </a:solidFill>
            <a:ln w="9525">
              <a:noFill/>
            </a:ln>
          </p:spPr>
          <p:txBody>
            <a:bodyPr/>
            <a:p>
              <a:endParaRPr lang="en-US"/>
            </a:p>
          </p:txBody>
        </p:sp>
        <p:sp>
          <p:nvSpPr>
            <p:cNvPr id="2054" name="Straight Connector 2052"/>
            <p:cNvSpPr/>
            <p:nvPr/>
          </p:nvSpPr>
          <p:spPr>
            <a:xfrm>
              <a:off x="0" y="1928"/>
              <a:ext cx="5230" cy="0"/>
            </a:xfrm>
            <a:prstGeom prst="line">
              <a:avLst/>
            </a:prstGeom>
            <a:ln w="50760" cap="sq" cmpd="sng">
              <a:solidFill>
                <a:srgbClr val="FFFFFF"/>
              </a:solidFill>
              <a:prstDash val="solid"/>
              <a:miter/>
              <a:headEnd type="none" w="med" len="med"/>
              <a:tailEnd type="none" w="med" len="med"/>
            </a:ln>
          </p:spPr>
        </p:sp>
      </p:grpSp>
      <p:sp>
        <p:nvSpPr>
          <p:cNvPr id="2055" name="Title 2053"/>
          <p:cNvSpPr>
            <a:spLocks noGrp="1"/>
          </p:cNvSpPr>
          <p:nvPr>
            <p:ph type="title"/>
          </p:nvPr>
        </p:nvSpPr>
        <p:spPr>
          <a:xfrm>
            <a:off x="195263" y="228600"/>
            <a:ext cx="8012112" cy="911225"/>
          </a:xfrm>
          <a:prstGeom prst="rect">
            <a:avLst/>
          </a:prstGeom>
          <a:noFill/>
          <a:ln w="9525">
            <a:noFill/>
          </a:ln>
        </p:spPr>
        <p:txBody>
          <a:bodyPr wrap="square" lIns="90000" tIns="46800" rIns="90000" bIns="46800" anchor="ctr" anchorCtr="0"/>
          <a:p>
            <a:pPr lvl="0"/>
            <a:r>
              <a:rPr lang="en-GB" altLang="en-US" dirty="0"/>
              <a:t>Для правки текста заголовка щелкните мышью</a:t>
            </a:r>
            <a:endParaRPr lang="en-GB" altLang="en-US" dirty="0"/>
          </a:p>
        </p:txBody>
      </p:sp>
      <p:sp>
        <p:nvSpPr>
          <p:cNvPr id="2056" name="Text Placeholder 2054"/>
          <p:cNvSpPr>
            <a:spLocks noGrp="1"/>
          </p:cNvSpPr>
          <p:nvPr>
            <p:ph type="body"/>
          </p:nvPr>
        </p:nvSpPr>
        <p:spPr>
          <a:xfrm>
            <a:off x="609600" y="1600200"/>
            <a:ext cx="7921625" cy="4416425"/>
          </a:xfrm>
          <a:prstGeom prst="rect">
            <a:avLst/>
          </a:prstGeom>
          <a:noFill/>
          <a:ln w="9525">
            <a:noFill/>
          </a:ln>
        </p:spPr>
        <p:txBody>
          <a:bodyPr wrap="square" lIns="90000" tIns="46800" rIns="90000" bIns="46800" anchor="t" anchorCtr="0"/>
          <a:p>
            <a:pPr lvl="0"/>
            <a:r>
              <a:rPr lang="en-GB" altLang="en-US" dirty="0"/>
              <a:t>Для правки структуры щелкните мышью</a:t>
            </a:r>
            <a:endParaRPr lang="en-GB" altLang="en-US" dirty="0"/>
          </a:p>
          <a:p>
            <a:pPr lvl="1"/>
            <a:r>
              <a:rPr lang="en-GB" altLang="en-US" dirty="0"/>
              <a:t>Второй уровень структуры</a:t>
            </a:r>
            <a:endParaRPr lang="en-GB" altLang="en-US" dirty="0"/>
          </a:p>
          <a:p>
            <a:pPr lvl="2"/>
            <a:r>
              <a:rPr lang="en-GB" altLang="en-US" dirty="0"/>
              <a:t>Третий уровень структуры</a:t>
            </a:r>
            <a:endParaRPr lang="en-GB" altLang="en-US" dirty="0"/>
          </a:p>
          <a:p>
            <a:pPr lvl="3"/>
            <a:r>
              <a:rPr lang="en-GB" altLang="en-US" dirty="0"/>
              <a:t>Четвёртый уровень структуры</a:t>
            </a:r>
            <a:endParaRPr lang="en-GB" altLang="en-US" dirty="0"/>
          </a:p>
          <a:p>
            <a:pPr lvl="4"/>
            <a:r>
              <a:rPr lang="en-GB" altLang="en-US" dirty="0"/>
              <a:t>Пятый уровень структуры</a:t>
            </a:r>
            <a:endParaRPr lang="en-GB" altLang="en-US" dirty="0"/>
          </a:p>
          <a:p>
            <a:pPr lvl="4"/>
            <a:r>
              <a:rPr lang="en-GB" altLang="en-US" dirty="0"/>
              <a:t>Шестой уровень структуры</a:t>
            </a:r>
            <a:endParaRPr lang="en-GB" altLang="en-US" dirty="0"/>
          </a:p>
          <a:p>
            <a:pPr lvl="4"/>
            <a:r>
              <a:rPr lang="en-GB" altLang="en-US" dirty="0"/>
              <a:t>Седьмой уровень структуры</a:t>
            </a:r>
            <a:endParaRPr lang="en-GB" altLang="en-US" dirty="0"/>
          </a:p>
          <a:p>
            <a:pPr lvl="4"/>
            <a:r>
              <a:rPr lang="en-GB" altLang="en-US" dirty="0"/>
              <a:t>Восьмой уровень структуры</a:t>
            </a:r>
            <a:endParaRPr lang="en-GB" altLang="en-US" dirty="0"/>
          </a:p>
          <a:p>
            <a:pPr lvl="4"/>
            <a:r>
              <a:rPr lang="en-GB" altLang="en-US" dirty="0"/>
              <a:t>Девятый уровень структуры</a:t>
            </a:r>
            <a:endParaRPr lang="en-GB" altLang="en-US" dirty="0"/>
          </a:p>
        </p:txBody>
      </p:sp>
      <p:sp>
        <p:nvSpPr>
          <p:cNvPr id="2057" name="Text Box 2055"/>
          <p:cNvSpPr txBox="1"/>
          <p:nvPr/>
        </p:nvSpPr>
        <p:spPr>
          <a:xfrm>
            <a:off x="457200" y="6248400"/>
            <a:ext cx="2133600" cy="471488"/>
          </a:xfrm>
          <a:prstGeom prst="rect">
            <a:avLst/>
          </a:prstGeom>
          <a:noFill/>
          <a:ln w="9525">
            <a:noFill/>
          </a:ln>
        </p:spPr>
        <p:txBody>
          <a:bodyPr anchor="t" anchorCtr="0"/>
          <a:p>
            <a:pPr lvl="0"/>
            <a:endParaRPr lang="en-US" altLang="zh-CN">
              <a:latin typeface="Arial" panose="020B0604020202020204" pitchFamily="34" charset="0"/>
            </a:endParaRPr>
          </a:p>
        </p:txBody>
      </p:sp>
      <p:sp>
        <p:nvSpPr>
          <p:cNvPr id="2058" name="Text Box 2056"/>
          <p:cNvSpPr txBox="1"/>
          <p:nvPr/>
        </p:nvSpPr>
        <p:spPr>
          <a:xfrm>
            <a:off x="3124200" y="6253163"/>
            <a:ext cx="2895600" cy="457200"/>
          </a:xfrm>
          <a:prstGeom prst="rect">
            <a:avLst/>
          </a:prstGeom>
          <a:noFill/>
          <a:ln w="9525">
            <a:noFill/>
          </a:ln>
        </p:spPr>
        <p:txBody>
          <a:bodyPr anchor="t" anchorCtr="0"/>
          <a:p>
            <a:pPr lvl="0"/>
            <a:endParaRPr lang="en-US" altLang="zh-CN">
              <a:latin typeface="Arial" panose="020B0604020202020204" pitchFamily="34" charset="0"/>
            </a:endParaRPr>
          </a:p>
        </p:txBody>
      </p:sp>
      <p:sp>
        <p:nvSpPr>
          <p:cNvPr id="2" name="Slide Number Placeholder 2057"/>
          <p:cNvSpPr>
            <a:spLocks noGrp="1"/>
          </p:cNvSpPr>
          <p:nvPr>
            <p:ph type="sldNum"/>
          </p:nvPr>
        </p:nvSpPr>
        <p:spPr>
          <a:xfrm>
            <a:off x="6553200" y="6248400"/>
            <a:ext cx="2130425" cy="468313"/>
          </a:xfrm>
          <a:prstGeom prst="rect">
            <a:avLst/>
          </a:prstGeom>
          <a:noFill/>
          <a:ln w="9525">
            <a:noFill/>
          </a:ln>
        </p:spPr>
        <p:txBody>
          <a:bodyPr wrap="square" lIns="90000" tIns="46800" rIns="90000" bIns="46800" anchor="b" anchorCtr="0"/>
          <a:lstStyle>
            <a:lvl1pPr algn="r">
              <a:buFontTx/>
              <a:defRPr sz="1200">
                <a:latin typeface="Arial Black" panose="020B0A04020102020204" pitchFamily="32" charset="0"/>
                <a:ea typeface="Arial Unicode MS" charset="-122"/>
              </a:defRPr>
            </a:lvl1pPr>
          </a:lstStyle>
          <a:p>
            <a:pPr lvl="0" defTabSz="457200" eaLnBrk="1" fontAlgn="base" hangingPunct="1">
              <a:lnSpc>
                <a:spcPct val="100000"/>
              </a:lnSpc>
              <a:buClrTx/>
              <a:buSzPct val="100000"/>
              <a:buNone/>
              <a:tabLst>
                <a:tab pos="723900" algn="l"/>
                <a:tab pos="1447800" algn="l"/>
              </a:tabLst>
            </a:pPr>
            <a:fld id="{9A0DB2DC-4C9A-4742-B13C-FB6460FD3503}" type="slidenum">
              <a:rPr lang="ru-RU" altLang="x-none" strike="noStrike" noProof="1" dirty="0" err="1">
                <a:latin typeface="Arial Black" panose="020B0A04020102020204" pitchFamily="32" charset="0"/>
                <a:ea typeface="Arial Unicode MS" charset="-122"/>
                <a:cs typeface="+mn-cs"/>
              </a:rPr>
            </a:fld>
            <a:endParaRPr lang="ru-RU" altLang="x-none" strike="noStrike" noProof="1" dirty="0" err="1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hf sldNum="0" hdr="0" ftr="0" dt="0"/>
  <p:txStyles>
    <p:titleStyle>
      <a:lvl1pPr marL="0" lvl="0" indent="0" algn="l" defTabSz="457200" rtl="0" eaLnBrk="0" fontAlgn="base" latinLnBrk="0" hangingPunct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SzPct val="100000"/>
        <a:buFont typeface="Times New Roman" panose="02020603050405020304" pitchFamily="16" charset="0"/>
        <a:buNone/>
        <a:defRPr sz="4200" b="0" i="0" u="none" kern="1200" baseline="0">
          <a:solidFill>
            <a:srgbClr val="FFFFFF"/>
          </a:solidFill>
          <a:latin typeface="+mj-lt"/>
          <a:ea typeface="+mj-ea"/>
          <a:cs typeface="+mj-cs"/>
        </a:defRPr>
      </a:lvl1pPr>
      <a:lvl2pPr marL="742950" lvl="1" indent="-285750" algn="l" defTabSz="457200" rtl="0" eaLnBrk="0" fontAlgn="base" latinLnBrk="0" hangingPunct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SzPct val="100000"/>
        <a:buFont typeface="Times New Roman" panose="02020603050405020304" pitchFamily="16" charset="0"/>
        <a:buNone/>
        <a:defRPr sz="4200" b="0" i="0" u="none" kern="1200" baseline="0">
          <a:solidFill>
            <a:srgbClr val="FFFFFF"/>
          </a:solidFill>
          <a:latin typeface="Arial" panose="020B0604020202020204" pitchFamily="34" charset="0"/>
          <a:ea typeface="Microsoft YaHei" panose="020B0503020204020204" charset="-122"/>
          <a:cs typeface="+mj-cs"/>
        </a:defRPr>
      </a:lvl2pPr>
      <a:lvl3pPr marL="1143000" lvl="2" indent="-228600" algn="l" defTabSz="457200" rtl="0" eaLnBrk="0" fontAlgn="base" latinLnBrk="0" hangingPunct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SzPct val="100000"/>
        <a:buFont typeface="Times New Roman" panose="02020603050405020304" pitchFamily="16" charset="0"/>
        <a:buNone/>
        <a:defRPr sz="4200" b="0" i="0" u="none" kern="1200" baseline="0">
          <a:solidFill>
            <a:srgbClr val="FFFFFF"/>
          </a:solidFill>
          <a:latin typeface="Arial" panose="020B0604020202020204" pitchFamily="34" charset="0"/>
          <a:ea typeface="Microsoft YaHei" panose="020B0503020204020204" charset="-122"/>
          <a:cs typeface="+mj-cs"/>
        </a:defRPr>
      </a:lvl3pPr>
      <a:lvl4pPr marL="1600200" lvl="3" indent="-228600" algn="l" defTabSz="457200" rtl="0" eaLnBrk="0" fontAlgn="base" latinLnBrk="0" hangingPunct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SzPct val="100000"/>
        <a:buFont typeface="Times New Roman" panose="02020603050405020304" pitchFamily="16" charset="0"/>
        <a:buNone/>
        <a:defRPr sz="4200" b="0" i="0" u="none" kern="1200" baseline="0">
          <a:solidFill>
            <a:srgbClr val="FFFFFF"/>
          </a:solidFill>
          <a:latin typeface="Arial" panose="020B0604020202020204" pitchFamily="34" charset="0"/>
          <a:ea typeface="Microsoft YaHei" panose="020B0503020204020204" charset="-122"/>
          <a:cs typeface="+mj-cs"/>
        </a:defRPr>
      </a:lvl4pPr>
      <a:lvl5pPr marL="2057400" lvl="4" indent="-228600" algn="l" defTabSz="457200" rtl="0" eaLnBrk="0" fontAlgn="base" latinLnBrk="0" hangingPunct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SzPct val="100000"/>
        <a:buFont typeface="Times New Roman" panose="02020603050405020304" pitchFamily="16" charset="0"/>
        <a:buNone/>
        <a:defRPr sz="4200" b="0" i="0" u="none" kern="1200" baseline="0">
          <a:solidFill>
            <a:srgbClr val="FFFFFF"/>
          </a:solidFill>
          <a:latin typeface="Arial" panose="020B0604020202020204" pitchFamily="34" charset="0"/>
          <a:ea typeface="Microsoft YaHei" panose="020B0503020204020204" charset="-122"/>
          <a:cs typeface="+mj-cs"/>
        </a:defRPr>
      </a:lvl5pPr>
    </p:titleStyle>
    <p:bodyStyle>
      <a:lvl1pPr marL="342900" lvl="0" indent="-342900" algn="l" defTabSz="457200" rtl="0" eaLnBrk="0" fontAlgn="base" latinLnBrk="0" hangingPunct="0">
        <a:lnSpc>
          <a:spcPct val="100000"/>
        </a:lnSpc>
        <a:spcBef>
          <a:spcPts val="800"/>
        </a:spcBef>
        <a:spcAft>
          <a:spcPct val="0"/>
        </a:spcAft>
        <a:buClr>
          <a:srgbClr val="000000"/>
        </a:buClr>
        <a:buSzPct val="100000"/>
        <a:buFont typeface="Times New Roman" panose="02020603050405020304" pitchFamily="16" charset="0"/>
        <a:buNone/>
        <a:defRPr sz="3200" b="0" i="0" u="none" kern="1200" baseline="0">
          <a:solidFill>
            <a:srgbClr val="000000"/>
          </a:solidFill>
          <a:latin typeface="+mn-lt"/>
          <a:ea typeface="+mn-ea"/>
          <a:cs typeface="+mn-cs"/>
        </a:defRPr>
      </a:lvl1pPr>
      <a:lvl2pPr marL="742950" lvl="1" indent="-285750" algn="l" defTabSz="457200" rtl="0" eaLnBrk="0" fontAlgn="base" latinLnBrk="0" hangingPunct="0">
        <a:lnSpc>
          <a:spcPct val="100000"/>
        </a:lnSpc>
        <a:spcBef>
          <a:spcPts val="700"/>
        </a:spcBef>
        <a:spcAft>
          <a:spcPct val="0"/>
        </a:spcAft>
        <a:buClr>
          <a:srgbClr val="000000"/>
        </a:buClr>
        <a:buSzPct val="100000"/>
        <a:buFont typeface="Times New Roman" panose="02020603050405020304" pitchFamily="16" charset="0"/>
        <a:buNone/>
        <a:defRPr sz="2800" b="0" i="0" u="none" kern="1200" baseline="0">
          <a:solidFill>
            <a:srgbClr val="000000"/>
          </a:solidFill>
          <a:latin typeface="Arial" panose="020B0604020202020204" pitchFamily="34" charset="0"/>
          <a:ea typeface="Microsoft YaHei" panose="020B0503020204020204" charset="-122"/>
          <a:cs typeface="+mn-cs"/>
        </a:defRPr>
      </a:lvl2pPr>
      <a:lvl3pPr marL="1143000" lvl="2" indent="-228600" algn="l" defTabSz="457200" rtl="0" eaLnBrk="0" fontAlgn="base" latinLnBrk="0" hangingPunct="0">
        <a:lnSpc>
          <a:spcPct val="100000"/>
        </a:lnSpc>
        <a:spcBef>
          <a:spcPts val="600"/>
        </a:spcBef>
        <a:spcAft>
          <a:spcPct val="0"/>
        </a:spcAft>
        <a:buClr>
          <a:srgbClr val="000000"/>
        </a:buClr>
        <a:buSzPct val="100000"/>
        <a:buFont typeface="Times New Roman" panose="02020603050405020304" pitchFamily="16" charset="0"/>
        <a:buNone/>
        <a:defRPr sz="2400" b="0" i="0" u="none" kern="1200" baseline="0">
          <a:solidFill>
            <a:srgbClr val="000000"/>
          </a:solidFill>
          <a:latin typeface="Arial" panose="020B0604020202020204" pitchFamily="34" charset="0"/>
          <a:ea typeface="Microsoft YaHei" panose="020B0503020204020204" charset="-122"/>
          <a:cs typeface="+mn-cs"/>
        </a:defRPr>
      </a:lvl3pPr>
      <a:lvl4pPr marL="1600200" lvl="3" indent="-228600" algn="l" defTabSz="457200" rtl="0" eaLnBrk="0" fontAlgn="base" latinLnBrk="0" hangingPunct="0">
        <a:lnSpc>
          <a:spcPct val="100000"/>
        </a:lnSpc>
        <a:spcBef>
          <a:spcPts val="500"/>
        </a:spcBef>
        <a:spcAft>
          <a:spcPct val="0"/>
        </a:spcAft>
        <a:buClr>
          <a:srgbClr val="000000"/>
        </a:buClr>
        <a:buSzPct val="100000"/>
        <a:buFont typeface="Times New Roman" panose="02020603050405020304" pitchFamily="16" charset="0"/>
        <a:buNone/>
        <a:defRPr sz="2000" b="0" i="0" u="none" kern="1200" baseline="0">
          <a:solidFill>
            <a:srgbClr val="000000"/>
          </a:solidFill>
          <a:latin typeface="Arial" panose="020B0604020202020204" pitchFamily="34" charset="0"/>
          <a:ea typeface="Microsoft YaHei" panose="020B0503020204020204" charset="-122"/>
          <a:cs typeface="+mn-cs"/>
        </a:defRPr>
      </a:lvl4pPr>
      <a:lvl5pPr marL="2057400" lvl="4" indent="-228600" algn="l" defTabSz="457200" rtl="0" eaLnBrk="0" fontAlgn="base" latinLnBrk="0" hangingPunct="0">
        <a:lnSpc>
          <a:spcPct val="100000"/>
        </a:lnSpc>
        <a:spcBef>
          <a:spcPts val="500"/>
        </a:spcBef>
        <a:spcAft>
          <a:spcPct val="0"/>
        </a:spcAft>
        <a:buClr>
          <a:srgbClr val="000000"/>
        </a:buClr>
        <a:buSzPct val="100000"/>
        <a:buFont typeface="Times New Roman" panose="02020603050405020304" pitchFamily="16" charset="0"/>
        <a:buNone/>
        <a:defRPr sz="2000" b="0" i="0" u="none" kern="1200" baseline="0">
          <a:solidFill>
            <a:srgbClr val="000000"/>
          </a:solidFill>
          <a:latin typeface="Arial" panose="020B0604020202020204" pitchFamily="34" charset="0"/>
          <a:ea typeface="Microsoft YaHei" panose="020B0503020204020204" charset="-122"/>
          <a:cs typeface="+mn-cs"/>
        </a:defRPr>
      </a:lvl5pPr>
      <a:lvl6pPr marL="2514600" lvl="5" indent="-228600" algn="l" defTabSz="457200" rtl="0" eaLnBrk="0" fontAlgn="base" latinLnBrk="0" hangingPunct="0">
        <a:lnSpc>
          <a:spcPct val="100000"/>
        </a:lnSpc>
        <a:spcBef>
          <a:spcPts val="500"/>
        </a:spcBef>
        <a:spcAft>
          <a:spcPct val="0"/>
        </a:spcAft>
        <a:buClr>
          <a:srgbClr val="000000"/>
        </a:buClr>
        <a:buSzPct val="100000"/>
        <a:buFont typeface="Times New Roman" panose="02020603050405020304" pitchFamily="16" charset="0"/>
        <a:buNone/>
        <a:defRPr sz="2000" b="0" i="0" u="none" kern="1200" baseline="0">
          <a:solidFill>
            <a:srgbClr val="000000"/>
          </a:solidFill>
          <a:latin typeface="Arial" panose="020B0604020202020204" pitchFamily="34" charset="0"/>
          <a:ea typeface="Microsoft YaHei" panose="020B0503020204020204" charset="-122"/>
          <a:cs typeface="+mn-cs"/>
        </a:defRPr>
      </a:lvl6pPr>
      <a:lvl7pPr marL="2971800" lvl="6" indent="-228600" algn="l" defTabSz="457200" rtl="0" eaLnBrk="0" fontAlgn="base" latinLnBrk="0" hangingPunct="0">
        <a:lnSpc>
          <a:spcPct val="100000"/>
        </a:lnSpc>
        <a:spcBef>
          <a:spcPts val="500"/>
        </a:spcBef>
        <a:spcAft>
          <a:spcPct val="0"/>
        </a:spcAft>
        <a:buClr>
          <a:srgbClr val="000000"/>
        </a:buClr>
        <a:buSzPct val="100000"/>
        <a:buFont typeface="Times New Roman" panose="02020603050405020304" pitchFamily="16" charset="0"/>
        <a:buNone/>
        <a:defRPr sz="2000" b="0" i="0" u="none" kern="1200" baseline="0">
          <a:solidFill>
            <a:srgbClr val="000000"/>
          </a:solidFill>
          <a:latin typeface="Arial" panose="020B0604020202020204" pitchFamily="34" charset="0"/>
          <a:ea typeface="Microsoft YaHei" panose="020B0503020204020204" charset="-122"/>
          <a:cs typeface="+mn-cs"/>
        </a:defRPr>
      </a:lvl7pPr>
      <a:lvl8pPr marL="3429000" lvl="7" indent="-228600" algn="l" defTabSz="457200" rtl="0" eaLnBrk="0" fontAlgn="base" latinLnBrk="0" hangingPunct="0">
        <a:lnSpc>
          <a:spcPct val="100000"/>
        </a:lnSpc>
        <a:spcBef>
          <a:spcPts val="500"/>
        </a:spcBef>
        <a:spcAft>
          <a:spcPct val="0"/>
        </a:spcAft>
        <a:buClr>
          <a:srgbClr val="000000"/>
        </a:buClr>
        <a:buSzPct val="100000"/>
        <a:buFont typeface="Times New Roman" panose="02020603050405020304" pitchFamily="16" charset="0"/>
        <a:buNone/>
        <a:defRPr sz="2000" b="0" i="0" u="none" kern="1200" baseline="0">
          <a:solidFill>
            <a:srgbClr val="000000"/>
          </a:solidFill>
          <a:latin typeface="Arial" panose="020B0604020202020204" pitchFamily="34" charset="0"/>
          <a:ea typeface="Microsoft YaHei" panose="020B0503020204020204" charset="-122"/>
          <a:cs typeface="+mn-cs"/>
        </a:defRPr>
      </a:lvl8pPr>
      <a:lvl9pPr marL="3886200" lvl="8" indent="-228600" algn="l" defTabSz="457200" rtl="0" eaLnBrk="0" fontAlgn="base" latinLnBrk="0" hangingPunct="0">
        <a:lnSpc>
          <a:spcPct val="100000"/>
        </a:lnSpc>
        <a:spcBef>
          <a:spcPts val="500"/>
        </a:spcBef>
        <a:spcAft>
          <a:spcPct val="0"/>
        </a:spcAft>
        <a:buClr>
          <a:srgbClr val="000000"/>
        </a:buClr>
        <a:buSzPct val="100000"/>
        <a:buFont typeface="Times New Roman" panose="02020603050405020304" pitchFamily="16" charset="0"/>
        <a:buNone/>
        <a:defRPr sz="2000" b="0" i="0" u="none" kern="1200" baseline="0">
          <a:solidFill>
            <a:srgbClr val="000000"/>
          </a:solidFill>
          <a:latin typeface="Arial" panose="020B0604020202020204" pitchFamily="34" charset="0"/>
          <a:ea typeface="Microsoft YaHei" panose="020B0503020204020204" charset="-122"/>
          <a:cs typeface="+mn-cs"/>
        </a:defRPr>
      </a:lvl9pPr>
    </p:bodyStyle>
    <p:otherStyle>
      <a:lvl1pPr marL="0" lvl="0" indent="0" algn="l" defTabSz="457200" rtl="0" eaLnBrk="1" fontAlgn="base" latinLnBrk="0" hangingPunct="1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SzPct val="100000"/>
        <a:buFont typeface="Times New Roman" panose="02020603050405020304" pitchFamily="16" charset="0"/>
        <a:buNone/>
        <a:defRPr sz="1800" b="0" i="0" u="none" kern="1200" baseline="0">
          <a:solidFill>
            <a:srgbClr val="000000"/>
          </a:solidFill>
          <a:latin typeface="+mn-lt"/>
          <a:ea typeface="+mn-ea"/>
          <a:cs typeface="+mn-cs"/>
        </a:defRPr>
      </a:lvl1pPr>
      <a:lvl2pPr marL="742950" lvl="1" indent="-285750" algn="l" defTabSz="457200" rtl="0" eaLnBrk="1" fontAlgn="base" latinLnBrk="0" hangingPunct="1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SzPct val="100000"/>
        <a:buFont typeface="Times New Roman" panose="02020603050405020304" pitchFamily="16" charset="0"/>
        <a:buNone/>
        <a:defRPr sz="1800" b="0" i="0" u="none" kern="1200" baseline="0">
          <a:solidFill>
            <a:srgbClr val="000000"/>
          </a:solidFill>
          <a:latin typeface="Arial" panose="020B0604020202020204" pitchFamily="34" charset="0"/>
          <a:ea typeface="Microsoft YaHei" panose="020B0503020204020204" charset="-122"/>
          <a:cs typeface="+mn-cs"/>
        </a:defRPr>
      </a:lvl2pPr>
      <a:lvl3pPr marL="1143000" lvl="2" indent="-228600" algn="l" defTabSz="457200" rtl="0" eaLnBrk="1" fontAlgn="base" latinLnBrk="0" hangingPunct="1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SzPct val="100000"/>
        <a:buFont typeface="Times New Roman" panose="02020603050405020304" pitchFamily="16" charset="0"/>
        <a:buNone/>
        <a:defRPr sz="1800" b="0" i="0" u="none" kern="1200" baseline="0">
          <a:solidFill>
            <a:srgbClr val="000000"/>
          </a:solidFill>
          <a:latin typeface="Arial" panose="020B0604020202020204" pitchFamily="34" charset="0"/>
          <a:ea typeface="Microsoft YaHei" panose="020B0503020204020204" charset="-122"/>
          <a:cs typeface="+mn-cs"/>
        </a:defRPr>
      </a:lvl3pPr>
      <a:lvl4pPr marL="1600200" lvl="3" indent="-228600" algn="l" defTabSz="457200" rtl="0" eaLnBrk="1" fontAlgn="base" latinLnBrk="0" hangingPunct="1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SzPct val="100000"/>
        <a:buFont typeface="Times New Roman" panose="02020603050405020304" pitchFamily="16" charset="0"/>
        <a:buNone/>
        <a:defRPr sz="1800" b="0" i="0" u="none" kern="1200" baseline="0">
          <a:solidFill>
            <a:srgbClr val="000000"/>
          </a:solidFill>
          <a:latin typeface="Arial" panose="020B0604020202020204" pitchFamily="34" charset="0"/>
          <a:ea typeface="Microsoft YaHei" panose="020B0503020204020204" charset="-122"/>
          <a:cs typeface="+mn-cs"/>
        </a:defRPr>
      </a:lvl4pPr>
      <a:lvl5pPr marL="2057400" lvl="4" indent="-228600" algn="l" defTabSz="457200" rtl="0" eaLnBrk="1" fontAlgn="base" latinLnBrk="0" hangingPunct="1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SzPct val="100000"/>
        <a:buFont typeface="Times New Roman" panose="02020603050405020304" pitchFamily="16" charset="0"/>
        <a:buNone/>
        <a:defRPr sz="1800" b="0" i="0" u="none" kern="1200" baseline="0">
          <a:solidFill>
            <a:srgbClr val="000000"/>
          </a:solidFill>
          <a:latin typeface="Arial" panose="020B0604020202020204" pitchFamily="34" charset="0"/>
          <a:ea typeface="Microsoft YaHei" panose="020B0503020204020204" charset="-122"/>
          <a:cs typeface="+mn-cs"/>
        </a:defRPr>
      </a:lvl5pPr>
      <a:lvl6pPr marL="2286000" lvl="5" indent="-228600" algn="l" defTabSz="457200" rtl="0" eaLnBrk="1" fontAlgn="base" latinLnBrk="0" hangingPunct="1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SzPct val="100000"/>
        <a:buFont typeface="Times New Roman" panose="02020603050405020304" pitchFamily="16" charset="0"/>
        <a:buNone/>
        <a:defRPr sz="1800" b="0" i="0" u="none" kern="1200" baseline="0">
          <a:solidFill>
            <a:srgbClr val="000000"/>
          </a:solidFill>
          <a:latin typeface="Arial" panose="020B0604020202020204" pitchFamily="34" charset="0"/>
          <a:ea typeface="Microsoft YaHei" panose="020B0503020204020204" charset="-122"/>
          <a:cs typeface="+mn-cs"/>
        </a:defRPr>
      </a:lvl6pPr>
      <a:lvl7pPr marL="2743200" lvl="6" indent="-228600" algn="l" defTabSz="457200" rtl="0" eaLnBrk="1" fontAlgn="base" latinLnBrk="0" hangingPunct="1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SzPct val="100000"/>
        <a:buFont typeface="Times New Roman" panose="02020603050405020304" pitchFamily="16" charset="0"/>
        <a:buNone/>
        <a:defRPr sz="1800" b="0" i="0" u="none" kern="1200" baseline="0">
          <a:solidFill>
            <a:srgbClr val="000000"/>
          </a:solidFill>
          <a:latin typeface="Arial" panose="020B0604020202020204" pitchFamily="34" charset="0"/>
          <a:ea typeface="Microsoft YaHei" panose="020B0503020204020204" charset="-122"/>
          <a:cs typeface="+mn-cs"/>
        </a:defRPr>
      </a:lvl7pPr>
      <a:lvl8pPr marL="3200400" lvl="7" indent="-228600" algn="l" defTabSz="457200" rtl="0" eaLnBrk="1" fontAlgn="base" latinLnBrk="0" hangingPunct="1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SzPct val="100000"/>
        <a:buFont typeface="Times New Roman" panose="02020603050405020304" pitchFamily="16" charset="0"/>
        <a:buNone/>
        <a:defRPr sz="1800" b="0" i="0" u="none" kern="1200" baseline="0">
          <a:solidFill>
            <a:srgbClr val="000000"/>
          </a:solidFill>
          <a:latin typeface="Arial" panose="020B0604020202020204" pitchFamily="34" charset="0"/>
          <a:ea typeface="Microsoft YaHei" panose="020B0503020204020204" charset="-122"/>
          <a:cs typeface="+mn-cs"/>
        </a:defRPr>
      </a:lvl8pPr>
      <a:lvl9pPr marL="3657600" lvl="8" indent="-228600" algn="l" defTabSz="457200" rtl="0" eaLnBrk="1" fontAlgn="base" latinLnBrk="0" hangingPunct="1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SzPct val="100000"/>
        <a:buFont typeface="Times New Roman" panose="02020603050405020304" pitchFamily="16" charset="0"/>
        <a:buNone/>
        <a:defRPr sz="1800" b="0" i="0" u="none" kern="1200" baseline="0">
          <a:solidFill>
            <a:srgbClr val="000000"/>
          </a:solidFill>
          <a:latin typeface="Arial" panose="020B0604020202020204" pitchFamily="34" charset="0"/>
          <a:ea typeface="Microsoft YaHei" panose="020B0503020204020204" charset="-122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1.xml"/><Relationship Id="rId3" Type="http://schemas.openxmlformats.org/officeDocument/2006/relationships/slideLayout" Target="../slideLayouts/slideLayout18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5" Type="http://schemas.openxmlformats.org/officeDocument/2006/relationships/notesSlide" Target="../notesSlides/notesSlide4.xml"/><Relationship Id="rId4" Type="http://schemas.openxmlformats.org/officeDocument/2006/relationships/slideLayout" Target="../slideLayouts/slideLayout7.xml"/><Relationship Id="rId3" Type="http://schemas.openxmlformats.org/officeDocument/2006/relationships/hyperlink" Target="https://jinja.palletsprojects.com/en/stable/" TargetMode="External"/><Relationship Id="rId2" Type="http://schemas.openxmlformats.org/officeDocument/2006/relationships/hyperlink" Target="https://numpy.org/" TargetMode="External"/><Relationship Id="rId1" Type="http://schemas.openxmlformats.org/officeDocument/2006/relationships/hyperlink" Target="https://requests.readthedocs.io/en/latest/" TargetMode="Externa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5.xml"/><Relationship Id="rId2" Type="http://schemas.openxmlformats.org/officeDocument/2006/relationships/slideLayout" Target="../slideLayouts/slideLayout7.xml"/><Relationship Id="rId1" Type="http://schemas.openxmlformats.org/officeDocument/2006/relationships/hyperlink" Target="https://reflex.dev/" TargetMode="External"/></Relationships>
</file>

<file path=ppt/slides/_rels/slide6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6.xml"/><Relationship Id="rId3" Type="http://schemas.openxmlformats.org/officeDocument/2006/relationships/slideLayout" Target="../slideLayouts/slideLayout7.xml"/><Relationship Id="rId2" Type="http://schemas.openxmlformats.org/officeDocument/2006/relationships/hyperlink" Target="https://github.com/sunmeat/python_flask2" TargetMode="External"/><Relationship Id="rId1" Type="http://schemas.openxmlformats.org/officeDocument/2006/relationships/hyperlink" Target="https://flask.palletsprojects.com/en/stable/" TargetMode="External"/></Relationships>
</file>

<file path=ppt/slides/_rels/slide7.xml.rels><?xml version="1.0" encoding="UTF-8" standalone="yes"?>
<Relationships xmlns="http://schemas.openxmlformats.org/package/2006/relationships"><Relationship Id="rId7" Type="http://schemas.openxmlformats.org/officeDocument/2006/relationships/notesSlide" Target="../notesSlides/notesSlide7.xml"/><Relationship Id="rId6" Type="http://schemas.openxmlformats.org/officeDocument/2006/relationships/slideLayout" Target="../slideLayouts/slideLayout7.xml"/><Relationship Id="rId5" Type="http://schemas.openxmlformats.org/officeDocument/2006/relationships/hyperlink" Target="https://github.com/sunmeat/python_fastapi" TargetMode="External"/><Relationship Id="rId4" Type="http://schemas.openxmlformats.org/officeDocument/2006/relationships/hyperlink" Target="https://asgi.readthedocs.io/en/latest/" TargetMode="External"/><Relationship Id="rId3" Type="http://schemas.openxmlformats.org/officeDocument/2006/relationships/hyperlink" Target="https://docs.pydantic.dev/latest/" TargetMode="External"/><Relationship Id="rId2" Type="http://schemas.openxmlformats.org/officeDocument/2006/relationships/hyperlink" Target="https://starlette.dev/" TargetMode="External"/><Relationship Id="rId1" Type="http://schemas.openxmlformats.org/officeDocument/2006/relationships/hyperlink" Target="https://fastapi.tiangolo.com" TargetMode="External"/></Relationships>
</file>

<file path=ppt/slides/_rels/slide8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8.xml"/><Relationship Id="rId3" Type="http://schemas.openxmlformats.org/officeDocument/2006/relationships/slideLayout" Target="../slideLayouts/slideLayout7.xml"/><Relationship Id="rId2" Type="http://schemas.openxmlformats.org/officeDocument/2006/relationships/hyperlink" Target="https://github.com/sunmeat/python_tornado" TargetMode="External"/><Relationship Id="rId1" Type="http://schemas.openxmlformats.org/officeDocument/2006/relationships/hyperlink" Target="https://www.tornadoweb.org/en/stable/" TargetMode="External"/></Relationships>
</file>

<file path=ppt/slides/_rels/slide9.xml.rels><?xml version="1.0" encoding="UTF-8" standalone="yes"?>
<Relationships xmlns="http://schemas.openxmlformats.org/package/2006/relationships"><Relationship Id="rId5" Type="http://schemas.openxmlformats.org/officeDocument/2006/relationships/notesSlide" Target="../notesSlides/notesSlide9.xml"/><Relationship Id="rId4" Type="http://schemas.openxmlformats.org/officeDocument/2006/relationships/slideLayout" Target="../slideLayouts/slideLayout7.xml"/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hyperlink" Target="https://www.djangoproject.com/" TargetMode="External"/></Relationships>
</file>

<file path=ppt/slides/_rels/slide10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10.xml"/><Relationship Id="rId3" Type="http://schemas.openxmlformats.org/officeDocument/2006/relationships/slideLayout" Target="../slideLayouts/slideLayout7.xml"/><Relationship Id="rId2" Type="http://schemas.openxmlformats.org/officeDocument/2006/relationships/hyperlink" Target="https://gist.github.com/sunmeat/073b7404274736d9b668161f2d38aa35" TargetMode="External"/><Relationship Id="rId1" Type="http://schemas.openxmlformats.org/officeDocument/2006/relationships/hyperlink" Target="https://docs.djangoproject.com/en/2.1/ref/django-admin/" TargetMode="External"/></Relationships>
</file>

<file path=ppt/slides/_rels/slide11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11.xml"/><Relationship Id="rId3" Type="http://schemas.openxmlformats.org/officeDocument/2006/relationships/slideLayout" Target="../slideLayouts/slideLayout7.xml"/><Relationship Id="rId2" Type="http://schemas.openxmlformats.org/officeDocument/2006/relationships/image" Target="../media/image5.png"/><Relationship Id="rId1" Type="http://schemas.openxmlformats.org/officeDocument/2006/relationships/hyperlink" Target="https://github.com/sunmeat/DjangoWebProject1" TargetMode="External"/></Relationships>
</file>

<file path=ppt/slides/_rels/slide12.xml.rels><?xml version="1.0" encoding="UTF-8" standalone="yes"?>
<Relationships xmlns="http://schemas.openxmlformats.org/package/2006/relationships"><Relationship Id="rId5" Type="http://schemas.openxmlformats.org/officeDocument/2006/relationships/notesSlide" Target="../notesSlides/notesSlide12.xml"/><Relationship Id="rId4" Type="http://schemas.openxmlformats.org/officeDocument/2006/relationships/slideLayout" Target="../slideLayouts/slideLayout7.xml"/><Relationship Id="rId3" Type="http://schemas.openxmlformats.org/officeDocument/2006/relationships/hyperlink" Target="https://www.youtube.com/watch?v=JBGVnbu65HI&amp;list=RDJBGVnbu65HI&amp;start_radio=1" TargetMode="External"/><Relationship Id="rId2" Type="http://schemas.openxmlformats.org/officeDocument/2006/relationships/hyperlink" Target="https://simonwillison.net/" TargetMode="External"/><Relationship Id="rId1" Type="http://schemas.openxmlformats.org/officeDocument/2006/relationships/hyperlink" Target="https://site.ua/george.vyshnya/adrian-golovatii-abo-pro-maistriv-yakix-potrebuje-svit-iy3p8k3" TargetMode="External"/></Relationships>
</file>

<file path=ppt/slides/_rels/slide13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13.xml"/><Relationship Id="rId3" Type="http://schemas.openxmlformats.org/officeDocument/2006/relationships/slideLayout" Target="../slideLayouts/slideLayout7.xml"/><Relationship Id="rId2" Type="http://schemas.openxmlformats.org/officeDocument/2006/relationships/image" Target="../media/image6.png"/><Relationship Id="rId1" Type="http://schemas.openxmlformats.org/officeDocument/2006/relationships/hyperlink" Target="https://gist.github.com/sunmeat/af8afaa50de9c0f114e38ae204271437" TargetMode="External"/></Relationships>
</file>

<file path=ppt/slides/_rels/slide14.xml.rels><?xml version="1.0" encoding="UTF-8" standalone="yes"?>
<Relationships xmlns="http://schemas.openxmlformats.org/package/2006/relationships"><Relationship Id="rId5" Type="http://schemas.openxmlformats.org/officeDocument/2006/relationships/notesSlide" Target="../notesSlides/notesSlide14.xml"/><Relationship Id="rId4" Type="http://schemas.openxmlformats.org/officeDocument/2006/relationships/slideLayout" Target="../slideLayouts/slideLayout7.xml"/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hyperlink" Target="https://gist.github.com/sunmeat/b407774dbc364d4821cbaff6fb98fdba" TargetMode="Externa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5.xml"/><Relationship Id="rId2" Type="http://schemas.openxmlformats.org/officeDocument/2006/relationships/slideLayout" Target="../slideLayouts/slideLayout7.xml"/><Relationship Id="rId1" Type="http://schemas.openxmlformats.org/officeDocument/2006/relationships/hyperlink" Target="https://materials.itstep.org/content/0e448eb7-e5e2-4ef2-a247-e50f9af15365/uk" TargetMode="Externa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6.xml"/><Relationship Id="rId2" Type="http://schemas.openxmlformats.org/officeDocument/2006/relationships/slideLayout" Target="../slideLayouts/slideLayout7.xml"/><Relationship Id="rId1" Type="http://schemas.openxmlformats.org/officeDocument/2006/relationships/hyperlink" Target="https://gist.github.com/sunmeat/dcd6041810bbc4d5e1e587161725c9ab" TargetMode="External"/></Relationships>
</file>

<file path=ppt/slides/_rels/slide17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17.xml"/><Relationship Id="rId3" Type="http://schemas.openxmlformats.org/officeDocument/2006/relationships/slideLayout" Target="../slideLayouts/slideLayout7.xml"/><Relationship Id="rId2" Type="http://schemas.openxmlformats.org/officeDocument/2006/relationships/hyperlink" Target="https://github.com/sunmeat/python_django1" TargetMode="External"/><Relationship Id="rId1" Type="http://schemas.openxmlformats.org/officeDocument/2006/relationships/hyperlink" Target="https://gist.github.com/sunmeat/dcd6041810bbc4d5e1e587161725c9ab" TargetMode="External"/></Relationships>
</file>

<file path=ppt/slides/_rels/slide18.xml.rels><?xml version="1.0" encoding="UTF-8" standalone="yes"?>
<Relationships xmlns="http://schemas.openxmlformats.org/package/2006/relationships"><Relationship Id="rId5" Type="http://schemas.openxmlformats.org/officeDocument/2006/relationships/notesSlide" Target="../notesSlides/notesSlide18.xml"/><Relationship Id="rId4" Type="http://schemas.openxmlformats.org/officeDocument/2006/relationships/slideLayout" Target="../slideLayouts/slideLayout7.xml"/><Relationship Id="rId3" Type="http://schemas.openxmlformats.org/officeDocument/2006/relationships/image" Target="../media/image9.png"/><Relationship Id="rId2" Type="http://schemas.openxmlformats.org/officeDocument/2006/relationships/hyperlink" Target="https://github.com/sunmeat/python_django2" TargetMode="External"/><Relationship Id="rId1" Type="http://schemas.openxmlformats.org/officeDocument/2006/relationships/hyperlink" Target="https://gist.github.com/sunmeat/dcd6041810bbc4d5e1e587161725c9ab" TargetMode="External"/></Relationships>
</file>

<file path=ppt/slides/_rels/slide19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19.xml"/><Relationship Id="rId3" Type="http://schemas.openxmlformats.org/officeDocument/2006/relationships/slideLayout" Target="../slideLayouts/slideLayout7.xml"/><Relationship Id="rId2" Type="http://schemas.openxmlformats.org/officeDocument/2006/relationships/image" Target="../media/image11.png"/><Relationship Id="rId1" Type="http://schemas.openxmlformats.org/officeDocument/2006/relationships/image" Target="../media/image10.png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20.xml"/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12.png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7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7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7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24.xml"/><Relationship Id="rId2" Type="http://schemas.openxmlformats.org/officeDocument/2006/relationships/slideLayout" Target="../slideLayouts/slideLayout7.xml"/><Relationship Id="rId1" Type="http://schemas.openxmlformats.org/officeDocument/2006/relationships/hyperlink" Target="https://gist.github.com/sunmeat/264ee9662a2f659ab07f7da04ea90dca" TargetMode="Externa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4098" name="Text Box 4096"/>
          <p:cNvSpPr txBox="1"/>
          <p:nvPr/>
        </p:nvSpPr>
        <p:spPr>
          <a:xfrm>
            <a:off x="228600" y="1427163"/>
            <a:ext cx="8591550" cy="1609725"/>
          </a:xfrm>
          <a:prstGeom prst="rect">
            <a:avLst/>
          </a:prstGeom>
          <a:noFill/>
          <a:ln w="9525">
            <a:noFill/>
          </a:ln>
        </p:spPr>
        <p:txBody>
          <a:bodyPr wrap="square" lIns="91440" tIns="45720" rIns="91440" bIns="45720" anchor="ctr" anchorCtr="0"/>
          <a:p>
            <a:pPr defTabSz="457200">
              <a:buClrTx/>
              <a:buFontTx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r>
              <a:rPr lang="en-US" sz="5200" dirty="0" err="1">
                <a:solidFill>
                  <a:srgbClr val="FFFFFF"/>
                </a:solidFill>
                <a:latin typeface="Arial" panose="020B0604020202020204" pitchFamily="34" charset="0"/>
              </a:rPr>
              <a:t>Frameworks. Django</a:t>
            </a:r>
            <a:endParaRPr lang="ru-RU" altLang="en-US" sz="5200" dirty="0" err="1">
              <a:solidFill>
                <a:srgbClr val="FFFFFF"/>
              </a:solidFill>
              <a:latin typeface="Arial" panose="020B0604020202020204" pitchFamily="34" charset="0"/>
            </a:endParaRPr>
          </a:p>
        </p:txBody>
      </p:sp>
      <p:sp>
        <p:nvSpPr>
          <p:cNvPr id="4099" name="Rectangles 4097"/>
          <p:cNvSpPr/>
          <p:nvPr/>
        </p:nvSpPr>
        <p:spPr>
          <a:xfrm>
            <a:off x="5867400" y="44450"/>
            <a:ext cx="3277235" cy="369570"/>
          </a:xfrm>
          <a:prstGeom prst="rect">
            <a:avLst/>
          </a:prstGeom>
          <a:noFill/>
          <a:ln w="9525">
            <a:noFill/>
          </a:ln>
        </p:spPr>
        <p:txBody>
          <a:bodyPr wrap="none" lIns="90000" tIns="46800" rIns="90000" bIns="46800" anchor="t" anchorCtr="0">
            <a:spAutoFit/>
          </a:bodyPr>
          <a:p>
            <a:pPr defTabSz="457200">
              <a:buClrTx/>
              <a:buFontTx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r>
              <a:rPr lang="ru-RU" altLang="x-none" dirty="0" err="1">
                <a:solidFill>
                  <a:srgbClr val="F7F7F7"/>
                </a:solidFill>
                <a:latin typeface="Arial" panose="020B0604020202020204" pitchFamily="34" charset="0"/>
              </a:rPr>
              <a:t>Олександр Загоруйко © 202</a:t>
            </a:r>
            <a:r>
              <a:rPr lang="en-US" altLang="ru-RU" dirty="0" err="1">
                <a:solidFill>
                  <a:srgbClr val="F7F7F7"/>
                </a:solidFill>
                <a:latin typeface="Arial" panose="020B0604020202020204" pitchFamily="34" charset="0"/>
              </a:rPr>
              <a:t>6</a:t>
            </a:r>
            <a:endParaRPr lang="en-US" altLang="ru-RU" dirty="0" err="1">
              <a:solidFill>
                <a:srgbClr val="F7F7F7"/>
              </a:solidFill>
              <a:latin typeface="Arial" panose="020B0604020202020204" pitchFamily="34" charset="0"/>
            </a:endParaRPr>
          </a:p>
        </p:txBody>
      </p:sp>
      <p:pic>
        <p:nvPicPr>
          <p:cNvPr id="2" name="Picture 1" descr="42b5fa455005b1d9aaf2727139b76024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4450" y="3834765"/>
            <a:ext cx="3098800" cy="3098800"/>
          </a:xfrm>
          <a:prstGeom prst="rect">
            <a:avLst/>
          </a:prstGeom>
        </p:spPr>
      </p:pic>
      <p:pic>
        <p:nvPicPr>
          <p:cNvPr id="3" name="Picture 2" descr="1d528e2cb5fbc29ad16c74e5d883c37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312795" y="4169410"/>
            <a:ext cx="5712460" cy="2599055"/>
          </a:xfrm>
          <a:prstGeom prst="rect">
            <a:avLst/>
          </a:prstGeom>
        </p:spPr>
      </p:pic>
    </p:spTree>
  </p:cSld>
  <p:clrMapOvr>
    <a:masterClrMapping/>
  </p:clrMapOvr>
  <p:transition spd="med"/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10242" name="Text Box 7169"/>
          <p:cNvSpPr txBox="1"/>
          <p:nvPr/>
        </p:nvSpPr>
        <p:spPr>
          <a:xfrm>
            <a:off x="195580" y="228600"/>
            <a:ext cx="8313420" cy="914400"/>
          </a:xfrm>
          <a:prstGeom prst="rect">
            <a:avLst/>
          </a:prstGeom>
          <a:noFill/>
          <a:ln w="9525">
            <a:noFill/>
          </a:ln>
        </p:spPr>
        <p:txBody>
          <a:bodyPr wrap="square" lIns="91440" tIns="45720" rIns="91440" bIns="45720" anchor="ctr" anchorCtr="0"/>
          <a:p>
            <a:pPr defTabSz="457200">
              <a:buClrTx/>
              <a:buFontTx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r>
              <a:rPr lang="ru-RU" altLang="x-none" sz="4200" dirty="0" err="1">
                <a:solidFill>
                  <a:srgbClr val="FFFFFF"/>
                </a:solidFill>
                <a:latin typeface="Arial" panose="020B0604020202020204" pitchFamily="34" charset="0"/>
              </a:rPr>
              <a:t>План </a:t>
            </a:r>
            <a:r>
              <a:rPr lang="uk-UA" altLang="x-none" sz="4200" dirty="0" err="1">
                <a:solidFill>
                  <a:srgbClr val="FFFFFF"/>
                </a:solidFill>
                <a:latin typeface="Arial" panose="020B0604020202020204" pitchFamily="34" charset="0"/>
              </a:rPr>
              <a:t>цієї </a:t>
            </a:r>
            <a:r>
              <a:rPr lang="ru-RU" altLang="x-none" sz="4200" dirty="0" err="1">
                <a:solidFill>
                  <a:srgbClr val="FFFFFF"/>
                </a:solidFill>
                <a:latin typeface="Arial" panose="020B0604020202020204" pitchFamily="34" charset="0"/>
              </a:rPr>
              <a:t>презентації</a:t>
            </a:r>
            <a:r>
              <a:rPr lang="uk-UA" altLang="ru-RU" sz="4200" dirty="0" err="1">
                <a:solidFill>
                  <a:srgbClr val="FFFFFF"/>
                </a:solidFill>
                <a:latin typeface="Arial" panose="020B0604020202020204" pitchFamily="34" charset="0"/>
              </a:rPr>
              <a:t> - </a:t>
            </a:r>
            <a:r>
              <a:rPr lang="en-US" altLang="uk-UA" sz="4200" dirty="0" err="1">
                <a:solidFill>
                  <a:srgbClr val="FFFFFF"/>
                </a:solidFill>
                <a:latin typeface="Arial" panose="020B0604020202020204" pitchFamily="34" charset="0"/>
              </a:rPr>
              <a:t>2</a:t>
            </a:r>
            <a:r>
              <a:rPr lang="uk-UA" altLang="ru-RU" sz="4200" dirty="0" err="1">
                <a:solidFill>
                  <a:srgbClr val="FFFFFF"/>
                </a:solidFill>
                <a:latin typeface="Arial" panose="020B0604020202020204" pitchFamily="34" charset="0"/>
              </a:rPr>
              <a:t> пари</a:t>
            </a:r>
            <a:endParaRPr lang="en-US" altLang="uk-UA" sz="4200" dirty="0" err="1">
              <a:solidFill>
                <a:srgbClr val="FFFFFF"/>
              </a:solidFill>
              <a:latin typeface="Arial" panose="020B0604020202020204" pitchFamily="34" charset="0"/>
            </a:endParaRPr>
          </a:p>
        </p:txBody>
      </p:sp>
      <p:sp>
        <p:nvSpPr>
          <p:cNvPr id="10243" name="Text Box 7170"/>
          <p:cNvSpPr txBox="1"/>
          <p:nvPr/>
        </p:nvSpPr>
        <p:spPr>
          <a:xfrm>
            <a:off x="611188" y="1412875"/>
            <a:ext cx="8208962" cy="4419600"/>
          </a:xfrm>
          <a:prstGeom prst="rect">
            <a:avLst/>
          </a:prstGeom>
          <a:noFill/>
          <a:ln w="9525">
            <a:noFill/>
          </a:ln>
        </p:spPr>
        <p:txBody>
          <a:bodyPr wrap="square" lIns="91440" tIns="45720" rIns="91440" bIns="45720" anchor="t" anchorCtr="0"/>
          <a:p>
            <a:pPr marL="339725" indent="-339725" defTabSz="457200">
              <a:spcBef>
                <a:spcPts val="775"/>
              </a:spcBef>
              <a:buClr>
                <a:srgbClr val="996666"/>
              </a:buClr>
              <a:buSzPct val="80000"/>
              <a:buFont typeface="Wingdings" panose="05000000000000000000" pitchFamily="2" charset="2"/>
              <a:buChar char=""/>
              <a:tabLst>
                <a:tab pos="339725" algn="l"/>
                <a:tab pos="796925" algn="l"/>
                <a:tab pos="1254125" algn="l"/>
                <a:tab pos="1711325" algn="l"/>
                <a:tab pos="2168525" algn="l"/>
                <a:tab pos="2625725" algn="l"/>
                <a:tab pos="3082925" algn="l"/>
                <a:tab pos="3540125" algn="l"/>
                <a:tab pos="3997325" algn="l"/>
                <a:tab pos="4454525" algn="l"/>
                <a:tab pos="4911725" algn="l"/>
                <a:tab pos="5368925" algn="l"/>
                <a:tab pos="5826125" algn="l"/>
                <a:tab pos="6283325" algn="l"/>
                <a:tab pos="6740525" algn="l"/>
                <a:tab pos="7197725" algn="l"/>
                <a:tab pos="7654925" algn="l"/>
                <a:tab pos="8112125" algn="l"/>
                <a:tab pos="8569325" algn="l"/>
                <a:tab pos="9026525" algn="l"/>
                <a:tab pos="9483725" algn="l"/>
              </a:tabLst>
            </a:pPr>
            <a:r>
              <a:rPr lang="en-US" altLang="en-US" sz="1900" dirty="0" err="1">
                <a:solidFill>
                  <a:srgbClr val="000000"/>
                </a:solidFill>
                <a:latin typeface="Arial" panose="020B0604020202020204" pitchFamily="34" charset="0"/>
              </a:rPr>
              <a:t>Огляд Python web-фреймворків</a:t>
            </a:r>
            <a:endParaRPr lang="en-US" altLang="en-US" sz="1900" dirty="0" err="1">
              <a:solidFill>
                <a:srgbClr val="000000"/>
              </a:solidFill>
              <a:latin typeface="Arial" panose="020B0604020202020204" pitchFamily="34" charset="0"/>
            </a:endParaRPr>
          </a:p>
          <a:p>
            <a:pPr marL="796925" lvl="1" indent="-339725" defTabSz="457200">
              <a:spcBef>
                <a:spcPts val="775"/>
              </a:spcBef>
              <a:buClr>
                <a:srgbClr val="996666"/>
              </a:buClr>
              <a:buSzPct val="80000"/>
              <a:buFont typeface="Wingdings" panose="05000000000000000000" pitchFamily="2" charset="2"/>
              <a:buChar char=""/>
              <a:tabLst>
                <a:tab pos="339725" algn="l"/>
                <a:tab pos="796925" algn="l"/>
                <a:tab pos="1254125" algn="l"/>
                <a:tab pos="1711325" algn="l"/>
                <a:tab pos="2168525" algn="l"/>
                <a:tab pos="2625725" algn="l"/>
                <a:tab pos="3082925" algn="l"/>
                <a:tab pos="3540125" algn="l"/>
                <a:tab pos="3997325" algn="l"/>
                <a:tab pos="4454525" algn="l"/>
                <a:tab pos="4911725" algn="l"/>
                <a:tab pos="5368925" algn="l"/>
                <a:tab pos="5826125" algn="l"/>
                <a:tab pos="6283325" algn="l"/>
                <a:tab pos="6740525" algn="l"/>
                <a:tab pos="7197725" algn="l"/>
                <a:tab pos="7654925" algn="l"/>
                <a:tab pos="8112125" algn="l"/>
                <a:tab pos="8569325" algn="l"/>
                <a:tab pos="9026525" algn="l"/>
                <a:tab pos="9483725" algn="l"/>
              </a:tabLst>
            </a:pPr>
            <a:r>
              <a:rPr lang="en-US" altLang="en-US" sz="1900" dirty="0" err="1">
                <a:solidFill>
                  <a:srgbClr val="000000"/>
                </a:solidFill>
                <a:latin typeface="Arial" panose="020B0604020202020204" pitchFamily="34" charset="0"/>
              </a:rPr>
              <a:t>Що таке web-фреймворк?</a:t>
            </a:r>
            <a:endParaRPr lang="en-US" altLang="en-US" sz="1900" dirty="0" err="1">
              <a:solidFill>
                <a:srgbClr val="000000"/>
              </a:solidFill>
              <a:latin typeface="Arial" panose="020B0604020202020204" pitchFamily="34" charset="0"/>
            </a:endParaRPr>
          </a:p>
          <a:p>
            <a:pPr marL="796925" lvl="1" indent="-339725" defTabSz="457200">
              <a:spcBef>
                <a:spcPts val="775"/>
              </a:spcBef>
              <a:buClr>
                <a:srgbClr val="996666"/>
              </a:buClr>
              <a:buSzPct val="80000"/>
              <a:buFont typeface="Wingdings" panose="05000000000000000000" pitchFamily="2" charset="2"/>
              <a:buChar char=""/>
              <a:tabLst>
                <a:tab pos="339725" algn="l"/>
                <a:tab pos="796925" algn="l"/>
                <a:tab pos="1254125" algn="l"/>
                <a:tab pos="1711325" algn="l"/>
                <a:tab pos="2168525" algn="l"/>
                <a:tab pos="2625725" algn="l"/>
                <a:tab pos="3082925" algn="l"/>
                <a:tab pos="3540125" algn="l"/>
                <a:tab pos="3997325" algn="l"/>
                <a:tab pos="4454525" algn="l"/>
                <a:tab pos="4911725" algn="l"/>
                <a:tab pos="5368925" algn="l"/>
                <a:tab pos="5826125" algn="l"/>
                <a:tab pos="6283325" algn="l"/>
                <a:tab pos="6740525" algn="l"/>
                <a:tab pos="7197725" algn="l"/>
                <a:tab pos="7654925" algn="l"/>
                <a:tab pos="8112125" algn="l"/>
                <a:tab pos="8569325" algn="l"/>
                <a:tab pos="9026525" algn="l"/>
                <a:tab pos="9483725" algn="l"/>
              </a:tabLst>
            </a:pPr>
            <a:r>
              <a:rPr lang="en-US" altLang="en-US" sz="1900" dirty="0" err="1">
                <a:solidFill>
                  <a:srgbClr val="000000"/>
                </a:solidFill>
                <a:latin typeface="Arial" panose="020B0604020202020204" pitchFamily="34" charset="0"/>
              </a:rPr>
              <a:t>Flask</a:t>
            </a:r>
            <a:endParaRPr lang="en-US" altLang="en-US" sz="1900" dirty="0" err="1">
              <a:solidFill>
                <a:srgbClr val="000000"/>
              </a:solidFill>
              <a:latin typeface="Arial" panose="020B0604020202020204" pitchFamily="34" charset="0"/>
            </a:endParaRPr>
          </a:p>
          <a:p>
            <a:pPr marL="796925" lvl="1" indent="-339725" defTabSz="457200">
              <a:spcBef>
                <a:spcPts val="775"/>
              </a:spcBef>
              <a:buClr>
                <a:srgbClr val="996666"/>
              </a:buClr>
              <a:buSzPct val="80000"/>
              <a:buFont typeface="Wingdings" panose="05000000000000000000" pitchFamily="2" charset="2"/>
              <a:buChar char=""/>
              <a:tabLst>
                <a:tab pos="339725" algn="l"/>
                <a:tab pos="796925" algn="l"/>
                <a:tab pos="1254125" algn="l"/>
                <a:tab pos="1711325" algn="l"/>
                <a:tab pos="2168525" algn="l"/>
                <a:tab pos="2625725" algn="l"/>
                <a:tab pos="3082925" algn="l"/>
                <a:tab pos="3540125" algn="l"/>
                <a:tab pos="3997325" algn="l"/>
                <a:tab pos="4454525" algn="l"/>
                <a:tab pos="4911725" algn="l"/>
                <a:tab pos="5368925" algn="l"/>
                <a:tab pos="5826125" algn="l"/>
                <a:tab pos="6283325" algn="l"/>
                <a:tab pos="6740525" algn="l"/>
                <a:tab pos="7197725" algn="l"/>
                <a:tab pos="7654925" algn="l"/>
                <a:tab pos="8112125" algn="l"/>
                <a:tab pos="8569325" algn="l"/>
                <a:tab pos="9026525" algn="l"/>
                <a:tab pos="9483725" algn="l"/>
              </a:tabLst>
            </a:pPr>
            <a:r>
              <a:rPr lang="en-US" altLang="en-US" sz="1900" dirty="0" err="1">
                <a:solidFill>
                  <a:srgbClr val="000000"/>
                </a:solidFill>
                <a:latin typeface="Arial" panose="020B0604020202020204" pitchFamily="34" charset="0"/>
              </a:rPr>
              <a:t>FastAPI</a:t>
            </a:r>
            <a:endParaRPr lang="en-US" altLang="en-US" sz="1900" dirty="0" err="1">
              <a:solidFill>
                <a:srgbClr val="000000"/>
              </a:solidFill>
              <a:latin typeface="Arial" panose="020B0604020202020204" pitchFamily="34" charset="0"/>
            </a:endParaRPr>
          </a:p>
          <a:p>
            <a:pPr marL="796925" lvl="1" indent="-339725" defTabSz="457200">
              <a:spcBef>
                <a:spcPts val="775"/>
              </a:spcBef>
              <a:buClr>
                <a:srgbClr val="996666"/>
              </a:buClr>
              <a:buSzPct val="80000"/>
              <a:buFont typeface="Wingdings" panose="05000000000000000000" pitchFamily="2" charset="2"/>
              <a:buChar char=""/>
              <a:tabLst>
                <a:tab pos="339725" algn="l"/>
                <a:tab pos="796925" algn="l"/>
                <a:tab pos="1254125" algn="l"/>
                <a:tab pos="1711325" algn="l"/>
                <a:tab pos="2168525" algn="l"/>
                <a:tab pos="2625725" algn="l"/>
                <a:tab pos="3082925" algn="l"/>
                <a:tab pos="3540125" algn="l"/>
                <a:tab pos="3997325" algn="l"/>
                <a:tab pos="4454525" algn="l"/>
                <a:tab pos="4911725" algn="l"/>
                <a:tab pos="5368925" algn="l"/>
                <a:tab pos="5826125" algn="l"/>
                <a:tab pos="6283325" algn="l"/>
                <a:tab pos="6740525" algn="l"/>
                <a:tab pos="7197725" algn="l"/>
                <a:tab pos="7654925" algn="l"/>
                <a:tab pos="8112125" algn="l"/>
                <a:tab pos="8569325" algn="l"/>
                <a:tab pos="9026525" algn="l"/>
                <a:tab pos="9483725" algn="l"/>
              </a:tabLst>
            </a:pPr>
            <a:r>
              <a:rPr lang="en-US" altLang="en-US" sz="1900" dirty="0" err="1">
                <a:solidFill>
                  <a:srgbClr val="000000"/>
                </a:solidFill>
                <a:latin typeface="Arial" panose="020B0604020202020204" pitchFamily="34" charset="0"/>
              </a:rPr>
              <a:t>Tornado</a:t>
            </a:r>
            <a:endParaRPr lang="en-US" altLang="en-US" sz="1900" dirty="0" err="1">
              <a:solidFill>
                <a:srgbClr val="000000"/>
              </a:solidFill>
              <a:latin typeface="Arial" panose="020B0604020202020204" pitchFamily="34" charset="0"/>
            </a:endParaRPr>
          </a:p>
          <a:p>
            <a:pPr marL="339725" indent="-339725" defTabSz="457200">
              <a:spcBef>
                <a:spcPts val="775"/>
              </a:spcBef>
              <a:buClr>
                <a:srgbClr val="996666"/>
              </a:buClr>
              <a:buSzPct val="80000"/>
              <a:buFont typeface="Wingdings" panose="05000000000000000000" pitchFamily="2" charset="2"/>
              <a:buChar char=""/>
              <a:tabLst>
                <a:tab pos="339725" algn="l"/>
                <a:tab pos="796925" algn="l"/>
                <a:tab pos="1254125" algn="l"/>
                <a:tab pos="1711325" algn="l"/>
                <a:tab pos="2168525" algn="l"/>
                <a:tab pos="2625725" algn="l"/>
                <a:tab pos="3082925" algn="l"/>
                <a:tab pos="3540125" algn="l"/>
                <a:tab pos="3997325" algn="l"/>
                <a:tab pos="4454525" algn="l"/>
                <a:tab pos="4911725" algn="l"/>
                <a:tab pos="5368925" algn="l"/>
                <a:tab pos="5826125" algn="l"/>
                <a:tab pos="6283325" algn="l"/>
                <a:tab pos="6740525" algn="l"/>
                <a:tab pos="7197725" algn="l"/>
                <a:tab pos="7654925" algn="l"/>
                <a:tab pos="8112125" algn="l"/>
                <a:tab pos="8569325" algn="l"/>
                <a:tab pos="9026525" algn="l"/>
                <a:tab pos="9483725" algn="l"/>
              </a:tabLst>
            </a:pPr>
            <a:r>
              <a:rPr lang="en-US" altLang="en-US" sz="1900" dirty="0" err="1">
                <a:solidFill>
                  <a:srgbClr val="000000"/>
                </a:solidFill>
                <a:latin typeface="Arial" panose="020B0604020202020204" pitchFamily="34" charset="0"/>
              </a:rPr>
              <a:t>Django - фреймворк для створення web-додатків</a:t>
            </a:r>
            <a:endParaRPr lang="en-US" altLang="en-US" sz="1900" dirty="0" err="1">
              <a:solidFill>
                <a:srgbClr val="000000"/>
              </a:solidFill>
              <a:latin typeface="Arial" panose="020B0604020202020204" pitchFamily="34" charset="0"/>
            </a:endParaRPr>
          </a:p>
          <a:p>
            <a:pPr marL="796925" lvl="1" indent="-339725" defTabSz="457200">
              <a:spcBef>
                <a:spcPts val="775"/>
              </a:spcBef>
              <a:buClr>
                <a:srgbClr val="996666"/>
              </a:buClr>
              <a:buSzPct val="80000"/>
              <a:buFont typeface="Wingdings" panose="05000000000000000000" pitchFamily="2" charset="2"/>
              <a:buChar char=""/>
              <a:tabLst>
                <a:tab pos="339725" algn="l"/>
                <a:tab pos="796925" algn="l"/>
                <a:tab pos="1254125" algn="l"/>
                <a:tab pos="1711325" algn="l"/>
                <a:tab pos="2168525" algn="l"/>
                <a:tab pos="2625725" algn="l"/>
                <a:tab pos="3082925" algn="l"/>
                <a:tab pos="3540125" algn="l"/>
                <a:tab pos="3997325" algn="l"/>
                <a:tab pos="4454525" algn="l"/>
                <a:tab pos="4911725" algn="l"/>
                <a:tab pos="5368925" algn="l"/>
                <a:tab pos="5826125" algn="l"/>
                <a:tab pos="6283325" algn="l"/>
                <a:tab pos="6740525" algn="l"/>
                <a:tab pos="7197725" algn="l"/>
                <a:tab pos="7654925" algn="l"/>
                <a:tab pos="8112125" algn="l"/>
                <a:tab pos="8569325" algn="l"/>
                <a:tab pos="9026525" algn="l"/>
                <a:tab pos="9483725" algn="l"/>
              </a:tabLst>
            </a:pPr>
            <a:r>
              <a:rPr lang="en-US" altLang="en-US" sz="1900" dirty="0" err="1">
                <a:solidFill>
                  <a:srgbClr val="000000"/>
                </a:solidFill>
                <a:latin typeface="Arial" panose="020B0604020202020204" pitchFamily="34" charset="0"/>
              </a:rPr>
              <a:t>Встановлення Django</a:t>
            </a:r>
            <a:endParaRPr lang="en-US" altLang="en-US" sz="1900" dirty="0" err="1">
              <a:solidFill>
                <a:srgbClr val="000000"/>
              </a:solidFill>
              <a:latin typeface="Arial" panose="020B0604020202020204" pitchFamily="34" charset="0"/>
            </a:endParaRPr>
          </a:p>
          <a:p>
            <a:pPr marL="796925" lvl="1" indent="-339725" defTabSz="457200">
              <a:spcBef>
                <a:spcPts val="775"/>
              </a:spcBef>
              <a:buClr>
                <a:srgbClr val="996666"/>
              </a:buClr>
              <a:buSzPct val="80000"/>
              <a:buFont typeface="Wingdings" panose="05000000000000000000" pitchFamily="2" charset="2"/>
              <a:buChar char=""/>
              <a:tabLst>
                <a:tab pos="339725" algn="l"/>
                <a:tab pos="796925" algn="l"/>
                <a:tab pos="1254125" algn="l"/>
                <a:tab pos="1711325" algn="l"/>
                <a:tab pos="2168525" algn="l"/>
                <a:tab pos="2625725" algn="l"/>
                <a:tab pos="3082925" algn="l"/>
                <a:tab pos="3540125" algn="l"/>
                <a:tab pos="3997325" algn="l"/>
                <a:tab pos="4454525" algn="l"/>
                <a:tab pos="4911725" algn="l"/>
                <a:tab pos="5368925" algn="l"/>
                <a:tab pos="5826125" algn="l"/>
                <a:tab pos="6283325" algn="l"/>
                <a:tab pos="6740525" algn="l"/>
                <a:tab pos="7197725" algn="l"/>
                <a:tab pos="7654925" algn="l"/>
                <a:tab pos="8112125" algn="l"/>
                <a:tab pos="8569325" algn="l"/>
                <a:tab pos="9026525" algn="l"/>
                <a:tab pos="9483725" algn="l"/>
              </a:tabLst>
            </a:pPr>
            <a:r>
              <a:rPr lang="en-US" altLang="en-US" sz="1900" dirty="0" err="1">
                <a:solidFill>
                  <a:srgbClr val="000000"/>
                </a:solidFill>
                <a:latin typeface="Arial" panose="020B0604020202020204" pitchFamily="34" charset="0"/>
              </a:rPr>
              <a:t>Створення проєкту Django</a:t>
            </a:r>
            <a:endParaRPr lang="en-US" altLang="en-US" sz="1900" dirty="0" err="1">
              <a:solidFill>
                <a:srgbClr val="000000"/>
              </a:solidFill>
              <a:latin typeface="Arial" panose="020B0604020202020204" pitchFamily="34" charset="0"/>
            </a:endParaRPr>
          </a:p>
          <a:p>
            <a:pPr marL="796925" lvl="1" indent="-339725" defTabSz="457200">
              <a:spcBef>
                <a:spcPts val="775"/>
              </a:spcBef>
              <a:buClr>
                <a:srgbClr val="996666"/>
              </a:buClr>
              <a:buSzPct val="80000"/>
              <a:buFont typeface="Wingdings" panose="05000000000000000000" pitchFamily="2" charset="2"/>
              <a:buChar char=""/>
              <a:tabLst>
                <a:tab pos="339725" algn="l"/>
                <a:tab pos="796925" algn="l"/>
                <a:tab pos="1254125" algn="l"/>
                <a:tab pos="1711325" algn="l"/>
                <a:tab pos="2168525" algn="l"/>
                <a:tab pos="2625725" algn="l"/>
                <a:tab pos="3082925" algn="l"/>
                <a:tab pos="3540125" algn="l"/>
                <a:tab pos="3997325" algn="l"/>
                <a:tab pos="4454525" algn="l"/>
                <a:tab pos="4911725" algn="l"/>
                <a:tab pos="5368925" algn="l"/>
                <a:tab pos="5826125" algn="l"/>
                <a:tab pos="6283325" algn="l"/>
                <a:tab pos="6740525" algn="l"/>
                <a:tab pos="7197725" algn="l"/>
                <a:tab pos="7654925" algn="l"/>
                <a:tab pos="8112125" algn="l"/>
                <a:tab pos="8569325" algn="l"/>
                <a:tab pos="9026525" algn="l"/>
                <a:tab pos="9483725" algn="l"/>
              </a:tabLst>
            </a:pPr>
            <a:r>
              <a:rPr lang="en-US" altLang="en-US" sz="1900" dirty="0" err="1">
                <a:solidFill>
                  <a:srgbClr val="000000"/>
                </a:solidFill>
                <a:latin typeface="Arial" panose="020B0604020202020204" pitchFamily="34" charset="0"/>
              </a:rPr>
              <a:t>Структура Django-про</a:t>
            </a:r>
            <a:r>
              <a:rPr lang="uk-UA" altLang="en-US" sz="1900" dirty="0" err="1">
                <a:solidFill>
                  <a:srgbClr val="000000"/>
                </a:solidFill>
                <a:latin typeface="Arial" panose="020B0604020202020204" pitchFamily="34" charset="0"/>
              </a:rPr>
              <a:t>є</a:t>
            </a:r>
            <a:r>
              <a:rPr lang="en-US" altLang="en-US" sz="1900" dirty="0" err="1">
                <a:solidFill>
                  <a:srgbClr val="000000"/>
                </a:solidFill>
                <a:latin typeface="Arial" panose="020B0604020202020204" pitchFamily="34" charset="0"/>
              </a:rPr>
              <a:t>кту (url-view-model-template)</a:t>
            </a:r>
            <a:endParaRPr lang="en-US" altLang="en-US" sz="1900" dirty="0" err="1">
              <a:solidFill>
                <a:srgbClr val="000000"/>
              </a:solidFill>
              <a:latin typeface="Arial" panose="020B0604020202020204" pitchFamily="34" charset="0"/>
            </a:endParaRPr>
          </a:p>
          <a:p>
            <a:pPr marL="796925" lvl="1" indent="-339725" defTabSz="457200">
              <a:spcBef>
                <a:spcPts val="775"/>
              </a:spcBef>
              <a:buClr>
                <a:srgbClr val="996666"/>
              </a:buClr>
              <a:buSzPct val="80000"/>
              <a:buFont typeface="Wingdings" panose="05000000000000000000" pitchFamily="2" charset="2"/>
              <a:buChar char=""/>
              <a:tabLst>
                <a:tab pos="339725" algn="l"/>
                <a:tab pos="796925" algn="l"/>
                <a:tab pos="1254125" algn="l"/>
                <a:tab pos="1711325" algn="l"/>
                <a:tab pos="2168525" algn="l"/>
                <a:tab pos="2625725" algn="l"/>
                <a:tab pos="3082925" algn="l"/>
                <a:tab pos="3540125" algn="l"/>
                <a:tab pos="3997325" algn="l"/>
                <a:tab pos="4454525" algn="l"/>
                <a:tab pos="4911725" algn="l"/>
                <a:tab pos="5368925" algn="l"/>
                <a:tab pos="5826125" algn="l"/>
                <a:tab pos="6283325" algn="l"/>
                <a:tab pos="6740525" algn="l"/>
                <a:tab pos="7197725" algn="l"/>
                <a:tab pos="7654925" algn="l"/>
                <a:tab pos="8112125" algn="l"/>
                <a:tab pos="8569325" algn="l"/>
                <a:tab pos="9026525" algn="l"/>
                <a:tab pos="9483725" algn="l"/>
              </a:tabLst>
            </a:pPr>
            <a:r>
              <a:rPr lang="en-US" altLang="en-US" sz="1900" dirty="0" err="1">
                <a:solidFill>
                  <a:srgbClr val="000000"/>
                </a:solidFill>
                <a:latin typeface="Arial" panose="020B0604020202020204" pitchFamily="34" charset="0"/>
              </a:rPr>
              <a:t>І знову про патерн MVC/MVT</a:t>
            </a:r>
            <a:endParaRPr lang="en-US" altLang="en-US" sz="1900" dirty="0" err="1">
              <a:solidFill>
                <a:srgbClr val="000000"/>
              </a:solidFill>
              <a:latin typeface="Arial" panose="020B0604020202020204" pitchFamily="34" charset="0"/>
            </a:endParaRPr>
          </a:p>
          <a:p>
            <a:pPr marL="796925" lvl="1" indent="-339725" defTabSz="457200">
              <a:spcBef>
                <a:spcPts val="775"/>
              </a:spcBef>
              <a:buClr>
                <a:srgbClr val="996666"/>
              </a:buClr>
              <a:buSzPct val="80000"/>
              <a:buFont typeface="Wingdings" panose="05000000000000000000" pitchFamily="2" charset="2"/>
              <a:buChar char=""/>
              <a:tabLst>
                <a:tab pos="339725" algn="l"/>
                <a:tab pos="796925" algn="l"/>
                <a:tab pos="1254125" algn="l"/>
                <a:tab pos="1711325" algn="l"/>
                <a:tab pos="2168525" algn="l"/>
                <a:tab pos="2625725" algn="l"/>
                <a:tab pos="3082925" algn="l"/>
                <a:tab pos="3540125" algn="l"/>
                <a:tab pos="3997325" algn="l"/>
                <a:tab pos="4454525" algn="l"/>
                <a:tab pos="4911725" algn="l"/>
                <a:tab pos="5368925" algn="l"/>
                <a:tab pos="5826125" algn="l"/>
                <a:tab pos="6283325" algn="l"/>
                <a:tab pos="6740525" algn="l"/>
                <a:tab pos="7197725" algn="l"/>
                <a:tab pos="7654925" algn="l"/>
                <a:tab pos="8112125" algn="l"/>
                <a:tab pos="8569325" algn="l"/>
                <a:tab pos="9026525" algn="l"/>
                <a:tab pos="9483725" algn="l"/>
              </a:tabLst>
            </a:pPr>
            <a:r>
              <a:rPr lang="en-US" altLang="en-US" sz="1900" dirty="0" err="1">
                <a:solidFill>
                  <a:srgbClr val="000000"/>
                </a:solidFill>
                <a:latin typeface="Arial" panose="020B0604020202020204" pitchFamily="34" charset="0"/>
              </a:rPr>
              <a:t>Запуск першого Django проєкту</a:t>
            </a:r>
            <a:endParaRPr lang="en-US" altLang="en-US" sz="1900" dirty="0" err="1">
              <a:solidFill>
                <a:srgbClr val="000000"/>
              </a:solidFill>
              <a:latin typeface="Arial" panose="020B0604020202020204" pitchFamily="34" charset="0"/>
            </a:endParaRPr>
          </a:p>
        </p:txBody>
      </p:sp>
    </p:spTree>
  </p:cSld>
  <p:clrMapOvr>
    <a:masterClrMapping/>
  </p:clrMapOvr>
  <p:transition spd="med"/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6145" name="Text Box 6144"/>
          <p:cNvSpPr txBox="1"/>
          <p:nvPr/>
        </p:nvSpPr>
        <p:spPr>
          <a:xfrm>
            <a:off x="195263" y="228600"/>
            <a:ext cx="8015287" cy="914400"/>
          </a:xfrm>
          <a:prstGeom prst="rect">
            <a:avLst/>
          </a:prstGeom>
          <a:noFill/>
          <a:ln w="9525">
            <a:noFill/>
          </a:ln>
        </p:spPr>
        <p:txBody>
          <a:bodyPr wrap="square" lIns="91440" tIns="45720" rIns="91440" bIns="45720" anchor="ctr" anchorCtr="0"/>
          <a:p>
            <a:pPr defTabSz="457200">
              <a:buClrTx/>
              <a:buSzPct val="100000"/>
              <a:buFontTx/>
              <a:buNone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r>
              <a:rPr lang="ru-RU" sz="4200" dirty="0" err="1">
                <a:solidFill>
                  <a:srgbClr val="FFFFFF"/>
                </a:solidFill>
                <a:ea typeface="Microsoft YaHei" panose="020B0503020204020204" charset="-122"/>
              </a:rPr>
              <a:t>Фреймворк </a:t>
            </a:r>
            <a:r>
              <a:rPr lang="en-US" sz="4200" dirty="0" err="1">
                <a:solidFill>
                  <a:srgbClr val="FFFFFF"/>
                </a:solidFill>
                <a:ea typeface="Microsoft YaHei" panose="020B0503020204020204" charset="-122"/>
              </a:rPr>
              <a:t>vs. </a:t>
            </a:r>
            <a:r>
              <a:rPr lang="uk-UA" sz="4200" dirty="0" err="1">
                <a:solidFill>
                  <a:srgbClr val="FFFFFF"/>
                </a:solidFill>
                <a:ea typeface="Microsoft YaHei" panose="020B0503020204020204" charset="-122"/>
              </a:rPr>
              <a:t>Бібліотека</a:t>
            </a:r>
            <a:endParaRPr lang="uk-UA" sz="4200" dirty="0" err="1">
              <a:solidFill>
                <a:srgbClr val="FFFFFF"/>
              </a:solidFill>
              <a:ea typeface="Microsoft YaHei" panose="020B0503020204020204" charset="-122"/>
            </a:endParaRPr>
          </a:p>
        </p:txBody>
      </p:sp>
      <p:sp>
        <p:nvSpPr>
          <p:cNvPr id="6146" name="Text Box 6145"/>
          <p:cNvSpPr txBox="1"/>
          <p:nvPr/>
        </p:nvSpPr>
        <p:spPr>
          <a:xfrm>
            <a:off x="115570" y="1386205"/>
            <a:ext cx="8536305" cy="4419600"/>
          </a:xfrm>
          <a:prstGeom prst="rect">
            <a:avLst/>
          </a:prstGeom>
          <a:noFill/>
          <a:ln w="9525">
            <a:noFill/>
          </a:ln>
        </p:spPr>
        <p:txBody>
          <a:bodyPr wrap="square" lIns="91440" tIns="45720" rIns="91440" bIns="45720" anchor="t" anchorCtr="0"/>
          <a:p>
            <a:pPr marL="342900" lvl="0" indent="-3429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43000"/>
              <a:buFont typeface="Arial" panose="020B0604020202020204" pitchFamily="34" charset="0"/>
              <a:buChar char="•"/>
            </a:pPr>
            <a:r>
              <a:rPr lang="en-US" altLang="en-US" sz="1900" b="1" dirty="0" err="1">
                <a:solidFill>
                  <a:schemeClr val="tx1"/>
                </a:solidFill>
                <a:ea typeface="Roboto" panose="02000000000000000000"/>
                <a:cs typeface="Arial" panose="020B0604020202020204" pitchFamily="34" charset="0"/>
                <a:sym typeface="Roboto" panose="02000000000000000000"/>
              </a:rPr>
              <a:t>Бібліотека </a:t>
            </a:r>
            <a:r>
              <a:rPr lang="en-US" altLang="en-US" sz="1900" dirty="0" err="1">
                <a:solidFill>
                  <a:schemeClr val="tx1"/>
                </a:solidFill>
                <a:ea typeface="Roboto" panose="02000000000000000000"/>
                <a:cs typeface="Arial" panose="020B0604020202020204" pitchFamily="34" charset="0"/>
                <a:sym typeface="Roboto" panose="02000000000000000000"/>
              </a:rPr>
              <a:t>— це набір готових об’єктів і методів (функціональностей), щодо яких програміст сам вирішує, де і як їх використовувати </a:t>
            </a:r>
            <a:r>
              <a:rPr lang="uk-UA" altLang="en-US" sz="1900" dirty="0" err="1">
                <a:solidFill>
                  <a:schemeClr val="tx1"/>
                </a:solidFill>
                <a:ea typeface="Roboto" panose="02000000000000000000"/>
                <a:cs typeface="Arial" panose="020B0604020202020204" pitchFamily="34" charset="0"/>
                <a:sym typeface="Roboto" panose="02000000000000000000"/>
              </a:rPr>
              <a:t>          </a:t>
            </a:r>
            <a:r>
              <a:rPr lang="en-US" altLang="en-US" sz="1900" dirty="0" err="1">
                <a:solidFill>
                  <a:schemeClr val="tx1"/>
                </a:solidFill>
                <a:ea typeface="Roboto" panose="02000000000000000000"/>
                <a:cs typeface="Arial" panose="020B0604020202020204" pitchFamily="34" charset="0"/>
                <a:sym typeface="Roboto" panose="02000000000000000000"/>
              </a:rPr>
              <a:t>при написанні коду своєї програми.</a:t>
            </a:r>
            <a:endParaRPr lang="en-US" altLang="en-US" sz="1900" dirty="0" err="1">
              <a:solidFill>
                <a:schemeClr val="tx1"/>
              </a:solidFill>
              <a:ea typeface="Roboto" panose="02000000000000000000"/>
              <a:cs typeface="Arial" panose="020B0604020202020204" pitchFamily="34" charset="0"/>
              <a:sym typeface="Roboto" panose="02000000000000000000"/>
            </a:endParaRPr>
          </a:p>
          <a:p>
            <a:pPr marL="342900" lvl="0" indent="-3429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43000"/>
              <a:buFont typeface="Arial" panose="020B0604020202020204" pitchFamily="34" charset="0"/>
              <a:buChar char="•"/>
            </a:pPr>
            <a:r>
              <a:rPr lang="en-US" altLang="en-US" sz="1900" b="1" dirty="0" err="1">
                <a:solidFill>
                  <a:schemeClr val="tx1"/>
                </a:solidFill>
                <a:ea typeface="Roboto" panose="02000000000000000000"/>
                <a:cs typeface="Arial" panose="020B0604020202020204" pitchFamily="34" charset="0"/>
                <a:sym typeface="Roboto" panose="02000000000000000000"/>
              </a:rPr>
              <a:t>Фреймворк </a:t>
            </a:r>
            <a:r>
              <a:rPr lang="en-US" altLang="en-US" sz="1900" dirty="0" err="1">
                <a:solidFill>
                  <a:schemeClr val="tx1"/>
                </a:solidFill>
                <a:ea typeface="Roboto" panose="02000000000000000000"/>
                <a:cs typeface="Arial" panose="020B0604020202020204" pitchFamily="34" charset="0"/>
                <a:sym typeface="Roboto" panose="02000000000000000000"/>
              </a:rPr>
              <a:t>(каркас, структура) — це готовий код, що визначає структуру програмної системи і є глобальною основою для створення технічно складних проєктів. Його застосування прискорює та спрощує написання коду, підказуючи програмісту, що йому необхідно.</a:t>
            </a:r>
            <a:endParaRPr lang="en-US" altLang="en-US" sz="1900" dirty="0" err="1">
              <a:solidFill>
                <a:schemeClr val="tx1"/>
              </a:solidFill>
              <a:ea typeface="Roboto" panose="02000000000000000000"/>
              <a:cs typeface="Arial" panose="020B0604020202020204" pitchFamily="34" charset="0"/>
              <a:sym typeface="Roboto" panose="02000000000000000000"/>
            </a:endParaRPr>
          </a:p>
          <a:p>
            <a:pPr marL="342900" lvl="0" indent="-3429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43000"/>
              <a:buFont typeface="Arial" panose="020B0604020202020204" pitchFamily="34" charset="0"/>
              <a:buChar char="•"/>
            </a:pPr>
            <a:r>
              <a:rPr lang="uk-UA" altLang="en-US" sz="1900" b="1" dirty="0" err="1">
                <a:solidFill>
                  <a:schemeClr val="tx1"/>
                </a:solidFill>
                <a:ea typeface="Roboto" panose="02000000000000000000"/>
                <a:cs typeface="Arial" panose="020B0604020202020204" pitchFamily="34" charset="0"/>
                <a:sym typeface="Roboto" panose="02000000000000000000"/>
              </a:rPr>
              <a:t>І ф</a:t>
            </a:r>
            <a:r>
              <a:rPr lang="en-US" altLang="en-US" sz="1900" b="1" dirty="0" err="1">
                <a:solidFill>
                  <a:schemeClr val="tx1"/>
                </a:solidFill>
                <a:ea typeface="Roboto" panose="02000000000000000000"/>
                <a:cs typeface="Arial" panose="020B0604020202020204" pitchFamily="34" charset="0"/>
                <a:sym typeface="Roboto" panose="02000000000000000000"/>
              </a:rPr>
              <a:t>реймворк</a:t>
            </a:r>
            <a:r>
              <a:rPr lang="uk-UA" altLang="en-US" sz="1900" b="1" dirty="0" err="1">
                <a:solidFill>
                  <a:schemeClr val="tx1"/>
                </a:solidFill>
                <a:ea typeface="Roboto" panose="02000000000000000000"/>
                <a:cs typeface="Arial" panose="020B0604020202020204" pitchFamily="34" charset="0"/>
                <a:sym typeface="Roboto" panose="02000000000000000000"/>
              </a:rPr>
              <a:t>,</a:t>
            </a:r>
            <a:r>
              <a:rPr lang="en-US" altLang="en-US" sz="1900" b="1" dirty="0" err="1">
                <a:solidFill>
                  <a:schemeClr val="tx1"/>
                </a:solidFill>
                <a:ea typeface="Roboto" panose="02000000000000000000"/>
                <a:cs typeface="Arial" panose="020B0604020202020204" pitchFamily="34" charset="0"/>
                <a:sym typeface="Roboto" panose="02000000000000000000"/>
              </a:rPr>
              <a:t> і бібліотека </a:t>
            </a:r>
            <a:r>
              <a:rPr lang="en-US" altLang="en-US" sz="1900" dirty="0" err="1">
                <a:solidFill>
                  <a:schemeClr val="tx1"/>
                </a:solidFill>
                <a:ea typeface="Roboto" panose="02000000000000000000"/>
                <a:cs typeface="Arial" panose="020B0604020202020204" pitchFamily="34" charset="0"/>
                <a:sym typeface="Roboto" panose="02000000000000000000"/>
              </a:rPr>
              <a:t>— це готовий написаний код, який вирішує типові завдання, не відволікаючи програміста на його створення.</a:t>
            </a:r>
            <a:endParaRPr lang="en-US" altLang="en-US" sz="1900" dirty="0" err="1">
              <a:solidFill>
                <a:schemeClr val="tx1"/>
              </a:solidFill>
              <a:ea typeface="Roboto" panose="02000000000000000000"/>
              <a:cs typeface="Arial" panose="020B0604020202020204" pitchFamily="34" charset="0"/>
              <a:sym typeface="Roboto" panose="02000000000000000000"/>
            </a:endParaRPr>
          </a:p>
          <a:p>
            <a:pPr marL="342900" lvl="0" indent="-3429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43000"/>
              <a:buFont typeface="Arial" panose="020B0604020202020204" pitchFamily="34" charset="0"/>
              <a:buChar char="•"/>
            </a:pPr>
            <a:r>
              <a:rPr lang="en-US" altLang="en-US" sz="1900" b="1" dirty="0" err="1">
                <a:solidFill>
                  <a:schemeClr val="tx1"/>
                </a:solidFill>
                <a:ea typeface="Roboto" panose="02000000000000000000"/>
                <a:cs typeface="Arial" panose="020B0604020202020204" pitchFamily="34" charset="0"/>
                <a:sym typeface="Roboto" panose="02000000000000000000"/>
              </a:rPr>
              <a:t>Різниця між бібліотекою та фреймворком</a:t>
            </a:r>
            <a:r>
              <a:rPr lang="en-US" altLang="en-US" sz="1900" dirty="0" err="1">
                <a:solidFill>
                  <a:schemeClr val="tx1"/>
                </a:solidFill>
                <a:ea typeface="Roboto" panose="02000000000000000000"/>
                <a:cs typeface="Arial" panose="020B0604020202020204" pitchFamily="34" charset="0"/>
                <a:sym typeface="Roboto" panose="02000000000000000000"/>
              </a:rPr>
              <a:t> — фреймворк надає інтерфейс для написання програми, інтегруючи код, написаний програмістом, у </a:t>
            </a:r>
            <a:r>
              <a:rPr lang="uk-UA" altLang="en-US" sz="1900" dirty="0" err="1">
                <a:solidFill>
                  <a:schemeClr val="tx1"/>
                </a:solidFill>
                <a:ea typeface="Roboto" panose="02000000000000000000"/>
                <a:cs typeface="Arial" panose="020B0604020202020204" pitchFamily="34" charset="0"/>
                <a:sym typeface="Roboto" panose="02000000000000000000"/>
              </a:rPr>
              <a:t>напів-готовий </a:t>
            </a:r>
            <a:r>
              <a:rPr lang="en-US" altLang="en-US" sz="1900" dirty="0" err="1">
                <a:solidFill>
                  <a:schemeClr val="tx1"/>
                </a:solidFill>
                <a:ea typeface="Roboto" panose="02000000000000000000"/>
                <a:cs typeface="Arial" panose="020B0604020202020204" pitchFamily="34" charset="0"/>
                <a:sym typeface="Roboto" panose="02000000000000000000"/>
              </a:rPr>
              <a:t>додаток, тоді як бібліотека пропонує функціональності, якими на власний розсуд розпоряджається програміст при написанні </a:t>
            </a:r>
            <a:r>
              <a:rPr lang="uk-UA" altLang="en-US" sz="1900" dirty="0" err="1">
                <a:solidFill>
                  <a:schemeClr val="tx1"/>
                </a:solidFill>
                <a:ea typeface="Roboto" panose="02000000000000000000"/>
                <a:cs typeface="Arial" panose="020B0604020202020204" pitchFamily="34" charset="0"/>
                <a:sym typeface="Roboto" panose="02000000000000000000"/>
              </a:rPr>
              <a:t>своєї </a:t>
            </a:r>
            <a:r>
              <a:rPr lang="en-US" altLang="en-US" sz="1900" dirty="0" err="1">
                <a:solidFill>
                  <a:schemeClr val="tx1"/>
                </a:solidFill>
                <a:ea typeface="Roboto" panose="02000000000000000000"/>
                <a:cs typeface="Arial" panose="020B0604020202020204" pitchFamily="34" charset="0"/>
                <a:sym typeface="Roboto" panose="02000000000000000000"/>
              </a:rPr>
              <a:t>програми.</a:t>
            </a:r>
            <a:endParaRPr lang="en-US" altLang="en-US" sz="1900" dirty="0" err="1">
              <a:solidFill>
                <a:schemeClr val="tx1"/>
              </a:solidFill>
              <a:ea typeface="Roboto" panose="02000000000000000000"/>
              <a:cs typeface="Arial" panose="020B0604020202020204" pitchFamily="34" charset="0"/>
              <a:sym typeface="Roboto" panose="02000000000000000000"/>
            </a:endParaRPr>
          </a:p>
        </p:txBody>
      </p:sp>
    </p:spTree>
  </p:cSld>
  <p:clrMapOvr>
    <a:masterClrMapping/>
  </p:clrMapOvr>
  <p:transition spd="med"/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38914" name="Text Box 22528"/>
          <p:cNvSpPr txBox="1"/>
          <p:nvPr/>
        </p:nvSpPr>
        <p:spPr>
          <a:xfrm>
            <a:off x="195263" y="228600"/>
            <a:ext cx="8015287" cy="914400"/>
          </a:xfrm>
          <a:prstGeom prst="rect">
            <a:avLst/>
          </a:prstGeom>
          <a:noFill/>
          <a:ln w="9525">
            <a:noFill/>
          </a:ln>
        </p:spPr>
        <p:txBody>
          <a:bodyPr wrap="square" lIns="91440" tIns="45720" rIns="91440" bIns="45720" anchor="ctr" anchorCtr="0"/>
          <a:p>
            <a:pPr defTabSz="457200">
              <a:buClrTx/>
              <a:buFontTx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r>
              <a:rPr lang="uk-UA" altLang="ru-RU" sz="4200" dirty="0" err="1">
                <a:solidFill>
                  <a:srgbClr val="FFFFFF"/>
                </a:solidFill>
                <a:latin typeface="Arial" panose="020B0604020202020204" pitchFamily="34" charset="0"/>
              </a:rPr>
              <a:t>Що таке веб-фреймворк?</a:t>
            </a:r>
            <a:endParaRPr lang="uk-UA" altLang="ru-RU" sz="4200" dirty="0" err="1">
              <a:solidFill>
                <a:srgbClr val="FFFFFF"/>
              </a:solidFill>
              <a:latin typeface="Arial" panose="020B0604020202020204" pitchFamily="34" charset="0"/>
            </a:endParaRPr>
          </a:p>
        </p:txBody>
      </p:sp>
      <p:sp>
        <p:nvSpPr>
          <p:cNvPr id="38915" name="Text Box 22529"/>
          <p:cNvSpPr txBox="1"/>
          <p:nvPr/>
        </p:nvSpPr>
        <p:spPr>
          <a:xfrm>
            <a:off x="468630" y="1384935"/>
            <a:ext cx="8135620" cy="4474845"/>
          </a:xfrm>
          <a:prstGeom prst="rect">
            <a:avLst/>
          </a:prstGeom>
          <a:noFill/>
          <a:ln w="9525">
            <a:noFill/>
          </a:ln>
        </p:spPr>
        <p:txBody>
          <a:bodyPr wrap="square" lIns="91440" tIns="45720" rIns="91440" bIns="45720" anchor="t" anchorCtr="0"/>
          <a:p>
            <a:pPr defTabSz="457200">
              <a:spcBef>
                <a:spcPts val="475"/>
              </a:spcBef>
              <a:buClrTx/>
              <a:buSzPct val="80000"/>
              <a:buFontTx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r>
              <a:rPr lang="en-US" altLang="en-US" sz="2000" b="1" dirty="0" err="1">
                <a:solidFill>
                  <a:schemeClr val="tx1"/>
                </a:solidFill>
                <a:latin typeface="Arial" panose="020B0604020202020204" pitchFamily="34" charset="0"/>
              </a:rPr>
              <a:t>Web-фреймворк </a:t>
            </a:r>
            <a:r>
              <a:rPr lang="en-US" altLang="en-US" sz="2000" dirty="0" err="1">
                <a:solidFill>
                  <a:schemeClr val="tx1"/>
                </a:solidFill>
                <a:latin typeface="Arial" panose="020B0604020202020204" pitchFamily="34" charset="0"/>
              </a:rPr>
              <a:t>— це готова структура (каркас), яка визначає архітектуру та потік виконання веб-додатку. Він надає напівготову основу: роутинг, обробку запитів, шаблони, часто ORM та інші компоненти. Головна особливість — </a:t>
            </a:r>
            <a:r>
              <a:rPr lang="en-US" altLang="en-US" sz="2000" b="1" dirty="0" err="1">
                <a:solidFill>
                  <a:schemeClr val="tx1"/>
                </a:solidFill>
                <a:latin typeface="Arial" panose="020B0604020202020204" pitchFamily="34" charset="0"/>
              </a:rPr>
              <a:t>інверсія контролю</a:t>
            </a:r>
            <a:r>
              <a:rPr lang="en-US" altLang="en-US" sz="2000" dirty="0" err="1">
                <a:solidFill>
                  <a:schemeClr val="tx1"/>
                </a:solidFill>
                <a:latin typeface="Arial" panose="020B0604020202020204" pitchFamily="34" charset="0"/>
              </a:rPr>
              <a:t> </a:t>
            </a:r>
            <a:r>
              <a:rPr lang="uk-UA" altLang="en-US" sz="2000" dirty="0" err="1">
                <a:solidFill>
                  <a:schemeClr val="tx1"/>
                </a:solidFill>
                <a:latin typeface="Arial" panose="020B0604020202020204" pitchFamily="34" charset="0"/>
              </a:rPr>
              <a:t> </a:t>
            </a:r>
            <a:r>
              <a:rPr lang="en-US" altLang="en-US" sz="2000" dirty="0" err="1">
                <a:solidFill>
                  <a:schemeClr val="tx1"/>
                </a:solidFill>
                <a:latin typeface="Arial" panose="020B0604020202020204" pitchFamily="34" charset="0"/>
              </a:rPr>
              <a:t>(Inversion of Control): фреймворк сам викликає </a:t>
            </a:r>
            <a:r>
              <a:rPr lang="uk-UA" altLang="en-US" sz="2000" dirty="0" err="1">
                <a:solidFill>
                  <a:schemeClr val="tx1"/>
                </a:solidFill>
                <a:latin typeface="Arial" panose="020B0604020202020204" pitchFamily="34" charset="0"/>
              </a:rPr>
              <a:t>наш </a:t>
            </a:r>
            <a:r>
              <a:rPr lang="en-US" altLang="en-US" sz="2000" dirty="0" err="1">
                <a:solidFill>
                  <a:schemeClr val="tx1"/>
                </a:solidFill>
                <a:latin typeface="Arial" panose="020B0604020202020204" pitchFamily="34" charset="0"/>
              </a:rPr>
              <a:t>код у потрібні моменти, а не </a:t>
            </a:r>
            <a:r>
              <a:rPr lang="uk-UA" altLang="en-US" sz="2000" dirty="0" err="1">
                <a:solidFill>
                  <a:schemeClr val="tx1"/>
                </a:solidFill>
                <a:latin typeface="Arial" panose="020B0604020202020204" pitchFamily="34" charset="0"/>
              </a:rPr>
              <a:t>ми</a:t>
            </a:r>
            <a:r>
              <a:rPr lang="en-US" altLang="en-US" sz="2000" dirty="0" err="1">
                <a:solidFill>
                  <a:schemeClr val="tx1"/>
                </a:solidFill>
                <a:latin typeface="Arial" panose="020B0604020202020204" pitchFamily="34" charset="0"/>
              </a:rPr>
              <a:t> викликає</a:t>
            </a:r>
            <a:r>
              <a:rPr lang="uk-UA" altLang="en-US" sz="2000" dirty="0" err="1">
                <a:solidFill>
                  <a:schemeClr val="tx1"/>
                </a:solidFill>
                <a:latin typeface="Arial" panose="020B0604020202020204" pitchFamily="34" charset="0"/>
              </a:rPr>
              <a:t>мо </a:t>
            </a:r>
            <a:r>
              <a:rPr lang="en-US" altLang="en-US" sz="2000" dirty="0" err="1">
                <a:solidFill>
                  <a:schemeClr val="tx1"/>
                </a:solidFill>
                <a:latin typeface="Arial" panose="020B0604020202020204" pitchFamily="34" charset="0"/>
              </a:rPr>
              <a:t>його функції.</a:t>
            </a:r>
            <a:endParaRPr lang="en-US" altLang="en-US" sz="2000" dirty="0" err="1">
              <a:solidFill>
                <a:schemeClr val="tx1"/>
              </a:solidFill>
              <a:latin typeface="Arial" panose="020B0604020202020204" pitchFamily="34" charset="0"/>
            </a:endParaRPr>
          </a:p>
          <a:p>
            <a:pPr defTabSz="457200">
              <a:spcBef>
                <a:spcPts val="475"/>
              </a:spcBef>
              <a:buClrTx/>
              <a:buSzPct val="80000"/>
              <a:buFontTx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r>
              <a:rPr lang="en-US" altLang="en-US" sz="2000" dirty="0" err="1">
                <a:solidFill>
                  <a:schemeClr val="tx1"/>
                </a:solidFill>
                <a:latin typeface="Arial" panose="020B0604020202020204" pitchFamily="34" charset="0"/>
              </a:rPr>
              <a:t>На відміну від бібліотеки, де</a:t>
            </a:r>
            <a:r>
              <a:rPr lang="uk-UA" altLang="en-US" sz="2000" dirty="0" err="1">
                <a:solidFill>
                  <a:schemeClr val="tx1"/>
                </a:solidFill>
                <a:latin typeface="Arial" panose="020B0604020202020204" pitchFamily="34" charset="0"/>
              </a:rPr>
              <a:t> </a:t>
            </a:r>
            <a:r>
              <a:rPr lang="en-US" altLang="en-US" sz="2000" dirty="0" err="1">
                <a:solidFill>
                  <a:schemeClr val="tx1"/>
                </a:solidFill>
                <a:latin typeface="Arial" panose="020B0604020202020204" pitchFamily="34" charset="0"/>
              </a:rPr>
              <a:t>повністю контролюєт</a:t>
            </a:r>
            <a:r>
              <a:rPr lang="uk-UA" altLang="en-US" sz="2000" dirty="0" err="1">
                <a:solidFill>
                  <a:schemeClr val="tx1"/>
                </a:solidFill>
                <a:latin typeface="Arial" panose="020B0604020202020204" pitchFamily="34" charset="0"/>
              </a:rPr>
              <a:t>ься</a:t>
            </a:r>
            <a:r>
              <a:rPr lang="en-US" altLang="en-US" sz="2000" dirty="0" err="1">
                <a:solidFill>
                  <a:schemeClr val="tx1"/>
                </a:solidFill>
                <a:latin typeface="Arial" panose="020B0604020202020204" pitchFamily="34" charset="0"/>
              </a:rPr>
              <a:t>, коли і як використовувати її методи (</a:t>
            </a:r>
            <a:r>
              <a:rPr lang="uk-UA" altLang="en-US" sz="2000" dirty="0" err="1">
                <a:solidFill>
                  <a:schemeClr val="tx1"/>
                </a:solidFill>
                <a:latin typeface="Arial" panose="020B0604020202020204" pitchFamily="34" charset="0"/>
              </a:rPr>
              <a:t>ми</a:t>
            </a:r>
            <a:r>
              <a:rPr lang="en-US" altLang="en-US" sz="2000" dirty="0" err="1">
                <a:solidFill>
                  <a:schemeClr val="tx1"/>
                </a:solidFill>
                <a:latin typeface="Arial" panose="020B0604020202020204" pitchFamily="34" charset="0"/>
              </a:rPr>
              <a:t> </a:t>
            </a:r>
            <a:r>
              <a:rPr lang="en-US" altLang="en-US" sz="2000" dirty="0" err="1">
                <a:solidFill>
                  <a:schemeClr val="tx1"/>
                </a:solidFill>
                <a:latin typeface="Arial" panose="020B0604020202020204" pitchFamily="34" charset="0"/>
              </a:rPr>
              <a:t>«</a:t>
            </a:r>
            <a:r>
              <a:rPr lang="en-US" altLang="en-US" sz="2000" dirty="0" err="1">
                <a:solidFill>
                  <a:schemeClr val="tx1"/>
                </a:solidFill>
                <a:latin typeface="Arial" panose="020B0604020202020204" pitchFamily="34" charset="0"/>
              </a:rPr>
              <a:t>викликає</a:t>
            </a:r>
            <a:r>
              <a:rPr lang="uk-UA" altLang="en-US" sz="2000" dirty="0" err="1">
                <a:solidFill>
                  <a:schemeClr val="tx1"/>
                </a:solidFill>
                <a:latin typeface="Arial" panose="020B0604020202020204" pitchFamily="34" charset="0"/>
              </a:rPr>
              <a:t>мо</a:t>
            </a:r>
            <a:r>
              <a:rPr lang="en-US" altLang="en-US" sz="2000" dirty="0" err="1">
                <a:solidFill>
                  <a:schemeClr val="tx1"/>
                </a:solidFill>
                <a:latin typeface="Arial" panose="020B0604020202020204" pitchFamily="34" charset="0"/>
              </a:rPr>
              <a:t> бібліотеку</a:t>
            </a:r>
            <a:r>
              <a:rPr lang="en-US" altLang="en-US" sz="2000" dirty="0" err="1">
                <a:solidFill>
                  <a:schemeClr val="tx1"/>
                </a:solidFill>
                <a:latin typeface="Arial" panose="020B0604020202020204" pitchFamily="34" charset="0"/>
              </a:rPr>
              <a:t>»</a:t>
            </a:r>
            <a:r>
              <a:rPr lang="en-US" altLang="en-US" sz="2000" dirty="0" err="1">
                <a:solidFill>
                  <a:schemeClr val="tx1"/>
                </a:solidFill>
                <a:latin typeface="Arial" panose="020B0604020202020204" pitchFamily="34" charset="0"/>
              </a:rPr>
              <a:t>), фреймворк </a:t>
            </a:r>
            <a:r>
              <a:rPr lang="en-US" altLang="en-US" sz="2000" dirty="0" err="1">
                <a:solidFill>
                  <a:schemeClr val="tx1"/>
                </a:solidFill>
                <a:latin typeface="Arial" panose="020B0604020202020204" pitchFamily="34" charset="0"/>
              </a:rPr>
              <a:t>«</a:t>
            </a:r>
            <a:r>
              <a:rPr lang="en-US" altLang="en-US" sz="2000" dirty="0" err="1">
                <a:solidFill>
                  <a:schemeClr val="tx1"/>
                </a:solidFill>
                <a:latin typeface="Arial" panose="020B0604020202020204" pitchFamily="34" charset="0"/>
              </a:rPr>
              <a:t>викликає </a:t>
            </a:r>
            <a:r>
              <a:rPr lang="uk-UA" altLang="en-US" sz="2000" dirty="0" err="1">
                <a:solidFill>
                  <a:schemeClr val="tx1"/>
                </a:solidFill>
                <a:latin typeface="Arial" panose="020B0604020202020204" pitchFamily="34" charset="0"/>
              </a:rPr>
              <a:t>н</a:t>
            </a:r>
            <a:r>
              <a:rPr lang="en-US" altLang="en-US" sz="2000" dirty="0" err="1">
                <a:solidFill>
                  <a:schemeClr val="tx1"/>
                </a:solidFill>
                <a:latin typeface="Arial" panose="020B0604020202020204" pitchFamily="34" charset="0"/>
              </a:rPr>
              <a:t>ас</a:t>
            </a:r>
            <a:r>
              <a:rPr lang="en-US" altLang="en-US" sz="2000" dirty="0" err="1">
                <a:solidFill>
                  <a:schemeClr val="tx1"/>
                </a:solidFill>
                <a:latin typeface="Arial" panose="020B0604020202020204" pitchFamily="34" charset="0"/>
              </a:rPr>
              <a:t>»</a:t>
            </a:r>
            <a:r>
              <a:rPr lang="en-US" altLang="en-US" sz="2000" dirty="0" err="1">
                <a:solidFill>
                  <a:schemeClr val="tx1"/>
                </a:solidFill>
                <a:latin typeface="Arial" panose="020B0604020202020204" pitchFamily="34" charset="0"/>
              </a:rPr>
              <a:t>. </a:t>
            </a:r>
            <a:r>
              <a:rPr lang="uk-UA" altLang="en-US" sz="2000" dirty="0" err="1">
                <a:solidFill>
                  <a:schemeClr val="tx1"/>
                </a:solidFill>
                <a:latin typeface="Arial" panose="020B0604020202020204" pitchFamily="34" charset="0"/>
              </a:rPr>
              <a:t>М</a:t>
            </a:r>
            <a:r>
              <a:rPr lang="en-US" altLang="en-US" sz="2000" dirty="0" err="1">
                <a:solidFill>
                  <a:schemeClr val="tx1"/>
                </a:solidFill>
                <a:latin typeface="Arial" panose="020B0604020202020204" pitchFamily="34" charset="0"/>
              </a:rPr>
              <a:t>и пише</a:t>
            </a:r>
            <a:r>
              <a:rPr lang="uk-UA" altLang="en-US" sz="2000" dirty="0" err="1">
                <a:solidFill>
                  <a:schemeClr val="tx1"/>
                </a:solidFill>
                <a:latin typeface="Arial" panose="020B0604020202020204" pitchFamily="34" charset="0"/>
              </a:rPr>
              <a:t>мо</a:t>
            </a:r>
            <a:r>
              <a:rPr lang="en-US" altLang="en-US" sz="2000" dirty="0" err="1">
                <a:solidFill>
                  <a:schemeClr val="tx1"/>
                </a:solidFill>
                <a:latin typeface="Arial" panose="020B0604020202020204" pitchFamily="34" charset="0"/>
              </a:rPr>
              <a:t> код, який вставляється</a:t>
            </a:r>
            <a:r>
              <a:rPr lang="uk-UA" altLang="en-US" sz="2000" dirty="0" err="1">
                <a:solidFill>
                  <a:schemeClr val="tx1"/>
                </a:solidFill>
                <a:latin typeface="Arial" panose="020B0604020202020204" pitchFamily="34" charset="0"/>
              </a:rPr>
              <a:t>    </a:t>
            </a:r>
            <a:r>
              <a:rPr lang="en-US" altLang="en-US" sz="2000" dirty="0" err="1">
                <a:solidFill>
                  <a:schemeClr val="tx1"/>
                </a:solidFill>
                <a:latin typeface="Arial" panose="020B0604020202020204" pitchFamily="34" charset="0"/>
              </a:rPr>
              <a:t> в заздалегідь визначені місця (views, handlers, middleware тощо), </a:t>
            </a:r>
            <a:r>
              <a:rPr lang="uk-UA" altLang="en-US" sz="2000" dirty="0" err="1">
                <a:solidFill>
                  <a:schemeClr val="tx1"/>
                </a:solidFill>
                <a:latin typeface="Arial" panose="020B0604020202020204" pitchFamily="34" charset="0"/>
              </a:rPr>
              <a:t>  </a:t>
            </a:r>
            <a:r>
              <a:rPr lang="en-US" altLang="en-US" sz="2000" dirty="0" err="1">
                <a:solidFill>
                  <a:schemeClr val="tx1"/>
                </a:solidFill>
                <a:latin typeface="Arial" panose="020B0604020202020204" pitchFamily="34" charset="0"/>
              </a:rPr>
              <a:t>а фреймворк керує загальним виконанням програми.</a:t>
            </a:r>
            <a:endParaRPr lang="en-US" altLang="en-US" sz="2000" dirty="0" err="1">
              <a:solidFill>
                <a:schemeClr val="tx1"/>
              </a:solidFill>
              <a:latin typeface="Arial" panose="020B0604020202020204" pitchFamily="34" charset="0"/>
            </a:endParaRPr>
          </a:p>
          <a:p>
            <a:pPr defTabSz="457200">
              <a:spcBef>
                <a:spcPts val="475"/>
              </a:spcBef>
              <a:buClrTx/>
              <a:buSzPct val="80000"/>
              <a:buFontTx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r>
              <a:rPr lang="en-US" altLang="en-US" sz="1900" dirty="0" err="1">
                <a:solidFill>
                  <a:schemeClr val="tx1"/>
                </a:solidFill>
                <a:latin typeface="Arial" panose="020B0604020202020204" pitchFamily="34" charset="0"/>
              </a:rPr>
              <a:t>Бібліотек</a:t>
            </a:r>
            <a:r>
              <a:rPr lang="uk-UA" altLang="en-US" sz="1900" dirty="0" err="1">
                <a:solidFill>
                  <a:schemeClr val="tx1"/>
                </a:solidFill>
                <a:latin typeface="Arial" panose="020B0604020202020204" pitchFamily="34" charset="0"/>
              </a:rPr>
              <a:t>и</a:t>
            </a:r>
            <a:r>
              <a:rPr lang="en-US" altLang="en-US" sz="1900" dirty="0" err="1">
                <a:solidFill>
                  <a:schemeClr val="tx1"/>
                </a:solidFill>
                <a:latin typeface="Arial" panose="020B0604020202020204" pitchFamily="34" charset="0"/>
              </a:rPr>
              <a:t>: </a:t>
            </a:r>
            <a:r>
              <a:rPr lang="en-US" altLang="en-US" sz="1900" dirty="0" err="1">
                <a:solidFill>
                  <a:schemeClr val="tx1"/>
                </a:solidFill>
                <a:latin typeface="Arial" panose="020B0604020202020204" pitchFamily="34" charset="0"/>
                <a:hlinkClick r:id="rId1" action="ppaction://hlinkfile"/>
              </a:rPr>
              <a:t>requests</a:t>
            </a:r>
            <a:r>
              <a:rPr lang="en-US" altLang="en-US" sz="1900" dirty="0" err="1">
                <a:solidFill>
                  <a:schemeClr val="tx1"/>
                </a:solidFill>
                <a:latin typeface="Arial" panose="020B0604020202020204" pitchFamily="34" charset="0"/>
              </a:rPr>
              <a:t>, </a:t>
            </a:r>
            <a:r>
              <a:rPr lang="en-US" altLang="en-US" sz="1900" dirty="0" err="1">
                <a:solidFill>
                  <a:schemeClr val="tx1"/>
                </a:solidFill>
                <a:latin typeface="Arial" panose="020B0604020202020204" pitchFamily="34" charset="0"/>
                <a:hlinkClick r:id="rId2" action="ppaction://hlinkfile"/>
              </a:rPr>
              <a:t>numpy</a:t>
            </a:r>
            <a:r>
              <a:rPr lang="en-US" altLang="en-US" sz="1900" dirty="0" err="1">
                <a:solidFill>
                  <a:schemeClr val="tx1"/>
                </a:solidFill>
                <a:latin typeface="Arial" panose="020B0604020202020204" pitchFamily="34" charset="0"/>
              </a:rPr>
              <a:t>, </a:t>
            </a:r>
            <a:r>
              <a:rPr lang="en-US" altLang="en-US" sz="1900" dirty="0" err="1">
                <a:solidFill>
                  <a:schemeClr val="tx1"/>
                </a:solidFill>
                <a:latin typeface="Arial" panose="020B0604020202020204" pitchFamily="34" charset="0"/>
                <a:hlinkClick r:id="rId3" action="ppaction://hlinkfile"/>
              </a:rPr>
              <a:t>jinja2</a:t>
            </a:r>
            <a:r>
              <a:rPr lang="en-US" altLang="en-US" sz="1900" dirty="0" err="1">
                <a:solidFill>
                  <a:schemeClr val="tx1"/>
                </a:solidFill>
                <a:latin typeface="Arial" panose="020B0604020202020204" pitchFamily="34" charset="0"/>
              </a:rPr>
              <a:t> — </a:t>
            </a:r>
            <a:r>
              <a:rPr lang="uk-UA" altLang="en-US" sz="1900" dirty="0" err="1">
                <a:solidFill>
                  <a:schemeClr val="tx1"/>
                </a:solidFill>
                <a:latin typeface="Arial" panose="020B0604020202020204" pitchFamily="34" charset="0"/>
              </a:rPr>
              <a:t>імпортуються</a:t>
            </a:r>
            <a:r>
              <a:rPr lang="en-US" altLang="en-US" sz="1900" dirty="0" err="1">
                <a:solidFill>
                  <a:schemeClr val="tx1"/>
                </a:solidFill>
                <a:latin typeface="Arial" panose="020B0604020202020204" pitchFamily="34" charset="0"/>
              </a:rPr>
              <a:t> </a:t>
            </a:r>
            <a:r>
              <a:rPr lang="uk-UA" altLang="en-US" sz="1900" dirty="0" err="1">
                <a:solidFill>
                  <a:schemeClr val="tx1"/>
                </a:solidFill>
                <a:latin typeface="Arial" panose="020B0604020202020204" pitchFamily="34" charset="0"/>
              </a:rPr>
              <a:t>та</a:t>
            </a:r>
            <a:r>
              <a:rPr lang="en-US" altLang="en-US" sz="1900" dirty="0" err="1">
                <a:solidFill>
                  <a:schemeClr val="tx1"/>
                </a:solidFill>
                <a:latin typeface="Arial" panose="020B0604020202020204" pitchFamily="34" charset="0"/>
              </a:rPr>
              <a:t> виклика</a:t>
            </a:r>
            <a:r>
              <a:rPr lang="uk-UA" altLang="en-US" sz="1900" dirty="0" err="1">
                <a:solidFill>
                  <a:schemeClr val="tx1"/>
                </a:solidFill>
                <a:latin typeface="Arial" panose="020B0604020202020204" pitchFamily="34" charset="0"/>
              </a:rPr>
              <a:t>ються. </a:t>
            </a:r>
            <a:endParaRPr lang="en-US" altLang="en-US" sz="1900" dirty="0" err="1">
              <a:solidFill>
                <a:schemeClr val="tx1"/>
              </a:solidFill>
              <a:latin typeface="Arial" panose="020B0604020202020204" pitchFamily="34" charset="0"/>
            </a:endParaRPr>
          </a:p>
          <a:p>
            <a:pPr defTabSz="457200">
              <a:spcBef>
                <a:spcPts val="475"/>
              </a:spcBef>
              <a:buClrTx/>
              <a:buSzPct val="80000"/>
              <a:buFontTx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r>
              <a:rPr lang="en-US" altLang="en-US" sz="1900" dirty="0" err="1">
                <a:solidFill>
                  <a:schemeClr val="tx1"/>
                </a:solidFill>
                <a:latin typeface="Arial" panose="020B0604020202020204" pitchFamily="34" charset="0"/>
              </a:rPr>
              <a:t>Фреймворк</a:t>
            </a:r>
            <a:r>
              <a:rPr lang="uk-UA" altLang="en-US" sz="1900" dirty="0" err="1">
                <a:solidFill>
                  <a:schemeClr val="tx1"/>
                </a:solidFill>
                <a:latin typeface="Arial" panose="020B0604020202020204" pitchFamily="34" charset="0"/>
              </a:rPr>
              <a:t>и</a:t>
            </a:r>
            <a:r>
              <a:rPr lang="en-US" altLang="en-US" sz="1900" dirty="0" err="1">
                <a:solidFill>
                  <a:schemeClr val="tx1"/>
                </a:solidFill>
                <a:latin typeface="Arial" panose="020B0604020202020204" pitchFamily="34" charset="0"/>
              </a:rPr>
              <a:t>: Django, Flask, FastAPI — диктують структуру проєкту </a:t>
            </a:r>
            <a:r>
              <a:rPr lang="uk-UA" altLang="en-US" sz="1900" dirty="0" err="1">
                <a:solidFill>
                  <a:schemeClr val="tx1"/>
                </a:solidFill>
                <a:latin typeface="Arial" panose="020B0604020202020204" pitchFamily="34" charset="0"/>
              </a:rPr>
              <a:t>    </a:t>
            </a:r>
            <a:r>
              <a:rPr lang="en-US" altLang="en-US" sz="1900" dirty="0" err="1">
                <a:solidFill>
                  <a:schemeClr val="tx1"/>
                </a:solidFill>
                <a:latin typeface="Arial" panose="020B0604020202020204" pitchFamily="34" charset="0"/>
              </a:rPr>
              <a:t>та послідовність дій.</a:t>
            </a:r>
            <a:endParaRPr lang="en-US" altLang="en-US" sz="1900" dirty="0" err="1">
              <a:solidFill>
                <a:schemeClr val="tx1"/>
              </a:solidFill>
              <a:latin typeface="Arial" panose="020B0604020202020204" pitchFamily="34" charset="0"/>
            </a:endParaRPr>
          </a:p>
        </p:txBody>
      </p:sp>
    </p:spTree>
  </p:cSld>
  <p:clrMapOvr>
    <a:masterClrMapping/>
  </p:clrMapOvr>
  <p:transition spd="med"/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38914" name="Text Box 22528"/>
          <p:cNvSpPr txBox="1"/>
          <p:nvPr/>
        </p:nvSpPr>
        <p:spPr>
          <a:xfrm>
            <a:off x="195263" y="228600"/>
            <a:ext cx="8015287" cy="914400"/>
          </a:xfrm>
          <a:prstGeom prst="rect">
            <a:avLst/>
          </a:prstGeom>
          <a:noFill/>
          <a:ln w="9525">
            <a:noFill/>
          </a:ln>
        </p:spPr>
        <p:txBody>
          <a:bodyPr wrap="square" lIns="91440" tIns="45720" rIns="91440" bIns="45720" anchor="ctr" anchorCtr="0"/>
          <a:p>
            <a:pPr defTabSz="457200">
              <a:buClrTx/>
              <a:buFontTx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r>
              <a:rPr lang="uk-UA" altLang="en-US" sz="4200" dirty="0" err="1">
                <a:solidFill>
                  <a:srgbClr val="FFFFFF"/>
                </a:solidFill>
                <a:latin typeface="Arial" panose="020B0604020202020204" pitchFamily="34" charset="0"/>
              </a:rPr>
              <a:t>Топ-5 сучасних фреймворків</a:t>
            </a:r>
            <a:endParaRPr lang="uk-UA" altLang="en-US" sz="4200" dirty="0" err="1">
              <a:solidFill>
                <a:srgbClr val="FFFFFF"/>
              </a:solidFill>
              <a:latin typeface="Arial" panose="020B0604020202020204" pitchFamily="34" charset="0"/>
            </a:endParaRPr>
          </a:p>
        </p:txBody>
      </p:sp>
      <p:sp>
        <p:nvSpPr>
          <p:cNvPr id="38915" name="Text Box 22529"/>
          <p:cNvSpPr txBox="1"/>
          <p:nvPr/>
        </p:nvSpPr>
        <p:spPr>
          <a:xfrm>
            <a:off x="468630" y="1429385"/>
            <a:ext cx="8135620" cy="4474845"/>
          </a:xfrm>
          <a:prstGeom prst="rect">
            <a:avLst/>
          </a:prstGeom>
          <a:noFill/>
          <a:ln w="9525">
            <a:noFill/>
          </a:ln>
        </p:spPr>
        <p:txBody>
          <a:bodyPr wrap="square" lIns="91440" tIns="45720" rIns="91440" bIns="45720" anchor="t" anchorCtr="0"/>
          <a:p>
            <a:pPr marL="342900" indent="-342900" defTabSz="457200">
              <a:spcBef>
                <a:spcPts val="475"/>
              </a:spcBef>
              <a:buClrTx/>
              <a:buSzPct val="80000"/>
              <a:buFont typeface="Arial" panose="020B0604020202020204" pitchFamily="34" charset="0"/>
              <a:buChar char="•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r>
              <a:rPr lang="en-US" altLang="en-US" sz="1700" b="1" dirty="0" err="1">
                <a:solidFill>
                  <a:schemeClr val="tx1"/>
                </a:solidFill>
                <a:latin typeface="Arial" panose="020B0604020202020204" pitchFamily="34" charset="0"/>
              </a:rPr>
              <a:t>FastAPI</a:t>
            </a:r>
            <a:r>
              <a:rPr lang="uk-UA" altLang="en-US" sz="1700" b="1" dirty="0" err="1">
                <a:solidFill>
                  <a:schemeClr val="tx1"/>
                </a:solidFill>
                <a:latin typeface="Arial" panose="020B0604020202020204" pitchFamily="34" charset="0"/>
              </a:rPr>
              <a:t> </a:t>
            </a:r>
            <a:r>
              <a:rPr lang="uk-UA" altLang="en-US" sz="1700" dirty="0" err="1">
                <a:solidFill>
                  <a:schemeClr val="tx1"/>
                </a:solidFill>
                <a:latin typeface="Arial" panose="020B0604020202020204" pitchFamily="34" charset="0"/>
              </a:rPr>
              <a:t>- </a:t>
            </a:r>
            <a:r>
              <a:rPr lang="en-US" altLang="en-US" sz="1700" dirty="0" err="1">
                <a:solidFill>
                  <a:schemeClr val="tx1"/>
                </a:solidFill>
                <a:latin typeface="Arial" panose="020B0604020202020204" pitchFamily="34" charset="0"/>
              </a:rPr>
              <a:t>лідер зростання</a:t>
            </a:r>
            <a:r>
              <a:rPr lang="uk-UA" altLang="en-US" sz="1700" dirty="0" err="1">
                <a:solidFill>
                  <a:schemeClr val="tx1"/>
                </a:solidFill>
                <a:latin typeface="Arial" panose="020B0604020202020204" pitchFamily="34" charset="0"/>
              </a:rPr>
              <a:t> популярності, а</a:t>
            </a:r>
            <a:r>
              <a:rPr lang="en-US" altLang="en-US" sz="1700" dirty="0" err="1">
                <a:solidFill>
                  <a:schemeClr val="tx1"/>
                </a:solidFill>
                <a:latin typeface="Arial" panose="020B0604020202020204" pitchFamily="34" charset="0"/>
              </a:rPr>
              <a:t>втоматична OpenAPI-документація, Pydantic-валідація, повна підтримка async/await, </a:t>
            </a:r>
            <a:r>
              <a:rPr lang="uk-UA" altLang="en-US" sz="1700" dirty="0" err="1">
                <a:solidFill>
                  <a:schemeClr val="tx1"/>
                </a:solidFill>
                <a:latin typeface="Arial" panose="020B0604020202020204" pitchFamily="34" charset="0"/>
              </a:rPr>
              <a:t>      </a:t>
            </a:r>
            <a:r>
              <a:rPr lang="en-US" altLang="en-US" sz="1700" dirty="0" err="1">
                <a:solidFill>
                  <a:schemeClr val="tx1"/>
                </a:solidFill>
                <a:latin typeface="Arial" panose="020B0604020202020204" pitchFamily="34" charset="0"/>
              </a:rPr>
              <a:t>найвища продуктивність серед класичних фреймворків</a:t>
            </a:r>
            <a:endParaRPr lang="en-US" altLang="en-US" sz="1700" dirty="0" err="1">
              <a:solidFill>
                <a:schemeClr val="tx1"/>
              </a:solidFill>
              <a:latin typeface="Arial" panose="020B0604020202020204" pitchFamily="34" charset="0"/>
            </a:endParaRPr>
          </a:p>
          <a:p>
            <a:pPr marL="342900" indent="-342900" defTabSz="457200">
              <a:spcBef>
                <a:spcPts val="475"/>
              </a:spcBef>
              <a:buClrTx/>
              <a:buSzPct val="80000"/>
              <a:buFont typeface="Arial" panose="020B0604020202020204" pitchFamily="34" charset="0"/>
              <a:buChar char="•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r>
              <a:rPr lang="en-US" altLang="en-US" sz="1700" b="1" dirty="0" err="1">
                <a:solidFill>
                  <a:schemeClr val="tx1"/>
                </a:solidFill>
                <a:latin typeface="Arial" panose="020B0604020202020204" pitchFamily="34" charset="0"/>
              </a:rPr>
              <a:t>Django</a:t>
            </a:r>
            <a:r>
              <a:rPr lang="uk-UA" altLang="en-US" sz="1700" b="1" dirty="0" err="1">
                <a:solidFill>
                  <a:schemeClr val="tx1"/>
                </a:solidFill>
                <a:latin typeface="Arial" panose="020B0604020202020204" pitchFamily="34" charset="0"/>
              </a:rPr>
              <a:t> </a:t>
            </a:r>
            <a:r>
              <a:rPr lang="uk-UA" altLang="en-US" sz="1700" dirty="0" err="1">
                <a:solidFill>
                  <a:schemeClr val="tx1"/>
                </a:solidFill>
                <a:latin typeface="Arial" panose="020B0604020202020204" pitchFamily="34" charset="0"/>
              </a:rPr>
              <a:t>- к</a:t>
            </a:r>
            <a:r>
              <a:rPr lang="en-US" altLang="en-US" sz="1700" dirty="0" err="1">
                <a:solidFill>
                  <a:schemeClr val="tx1"/>
                </a:solidFill>
                <a:latin typeface="Arial" panose="020B0604020202020204" pitchFamily="34" charset="0"/>
              </a:rPr>
              <a:t>ороль enterprise та full-stack розробки. "Batteries included" — адмінка, ORM, </a:t>
            </a:r>
            <a:r>
              <a:rPr lang="uk-UA" altLang="en-US" sz="1700" dirty="0" err="1">
                <a:solidFill>
                  <a:schemeClr val="tx1"/>
                </a:solidFill>
                <a:latin typeface="Arial" panose="020B0604020202020204" pitchFamily="34" charset="0"/>
              </a:rPr>
              <a:t>автентифікація</a:t>
            </a:r>
            <a:r>
              <a:rPr lang="en-US" altLang="en-US" sz="1700" dirty="0" err="1">
                <a:solidFill>
                  <a:schemeClr val="tx1"/>
                </a:solidFill>
                <a:latin typeface="Arial" panose="020B0604020202020204" pitchFamily="34" charset="0"/>
              </a:rPr>
              <a:t>, </a:t>
            </a:r>
            <a:r>
              <a:rPr lang="uk-UA" altLang="en-US" sz="1700" dirty="0" err="1">
                <a:solidFill>
                  <a:schemeClr val="tx1"/>
                </a:solidFill>
                <a:latin typeface="Arial" panose="020B0604020202020204" pitchFamily="34" charset="0"/>
              </a:rPr>
              <a:t>форми</a:t>
            </a:r>
            <a:r>
              <a:rPr lang="en-US" altLang="en-US" sz="1700" dirty="0" err="1">
                <a:solidFill>
                  <a:schemeClr val="tx1"/>
                </a:solidFill>
                <a:latin typeface="Arial" panose="020B0604020202020204" pitchFamily="34" charset="0"/>
              </a:rPr>
              <a:t>, </a:t>
            </a:r>
            <a:r>
              <a:rPr lang="uk-UA" altLang="en-US" sz="1700" dirty="0" err="1">
                <a:solidFill>
                  <a:schemeClr val="tx1"/>
                </a:solidFill>
                <a:latin typeface="Arial" panose="020B0604020202020204" pitchFamily="34" charset="0"/>
              </a:rPr>
              <a:t>безпека з коробки</a:t>
            </a:r>
            <a:r>
              <a:rPr lang="en-US" altLang="en-US" sz="1700" dirty="0" err="1">
                <a:solidFill>
                  <a:schemeClr val="tx1"/>
                </a:solidFill>
                <a:latin typeface="Arial" panose="020B0604020202020204" pitchFamily="34" charset="0"/>
              </a:rPr>
              <a:t>. Найбільша екосистема, стабільність</a:t>
            </a:r>
            <a:r>
              <a:rPr lang="uk-UA" altLang="en-US" sz="1700" dirty="0" err="1">
                <a:solidFill>
                  <a:schemeClr val="tx1"/>
                </a:solidFill>
                <a:latin typeface="Arial" panose="020B0604020202020204" pitchFamily="34" charset="0"/>
              </a:rPr>
              <a:t>. </a:t>
            </a:r>
            <a:r>
              <a:rPr lang="en-US" altLang="en-US" sz="1700" dirty="0" err="1">
                <a:solidFill>
                  <a:schemeClr val="tx1"/>
                </a:solidFill>
                <a:latin typeface="Arial" panose="020B0604020202020204" pitchFamily="34" charset="0"/>
              </a:rPr>
              <a:t>Ідеально для монолітів, CMS, e-commerce, корпоративних систем, проєктів з довгим </a:t>
            </a:r>
            <a:r>
              <a:rPr lang="uk-UA" altLang="en-US" sz="1700" dirty="0" err="1">
                <a:solidFill>
                  <a:schemeClr val="tx1"/>
                </a:solidFill>
                <a:latin typeface="Arial" panose="020B0604020202020204" pitchFamily="34" charset="0"/>
              </a:rPr>
              <a:t>життєвим циклом</a:t>
            </a:r>
            <a:endParaRPr lang="en-US" altLang="en-US" sz="1700" dirty="0" err="1">
              <a:solidFill>
                <a:schemeClr val="tx1"/>
              </a:solidFill>
              <a:latin typeface="Arial" panose="020B0604020202020204" pitchFamily="34" charset="0"/>
            </a:endParaRPr>
          </a:p>
          <a:p>
            <a:pPr marL="342900" indent="-342900" defTabSz="457200">
              <a:spcBef>
                <a:spcPts val="475"/>
              </a:spcBef>
              <a:buClrTx/>
              <a:buSzPct val="80000"/>
              <a:buFont typeface="Arial" panose="020B0604020202020204" pitchFamily="34" charset="0"/>
              <a:buChar char="•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r>
              <a:rPr lang="en-US" altLang="en-US" sz="1700" b="1" dirty="0" err="1">
                <a:solidFill>
                  <a:schemeClr val="tx1"/>
                </a:solidFill>
                <a:latin typeface="Arial" panose="020B0604020202020204" pitchFamily="34" charset="0"/>
              </a:rPr>
              <a:t>Flask</a:t>
            </a:r>
            <a:r>
              <a:rPr lang="uk-UA" altLang="en-US" sz="1700" b="1" dirty="0" err="1">
                <a:solidFill>
                  <a:schemeClr val="tx1"/>
                </a:solidFill>
                <a:latin typeface="Arial" panose="020B0604020202020204" pitchFamily="34" charset="0"/>
              </a:rPr>
              <a:t> </a:t>
            </a:r>
            <a:r>
              <a:rPr lang="uk-UA" altLang="en-US" sz="1700" dirty="0" err="1">
                <a:solidFill>
                  <a:schemeClr val="tx1"/>
                </a:solidFill>
                <a:latin typeface="Arial" panose="020B0604020202020204" pitchFamily="34" charset="0"/>
              </a:rPr>
              <a:t>- </a:t>
            </a:r>
            <a:r>
              <a:rPr lang="en-US" altLang="en-US" sz="1700" dirty="0" err="1">
                <a:solidFill>
                  <a:schemeClr val="tx1"/>
                </a:solidFill>
                <a:latin typeface="Arial" panose="020B0604020202020204" pitchFamily="34" charset="0"/>
              </a:rPr>
              <a:t>мікрофреймворк </a:t>
            </a:r>
            <a:r>
              <a:rPr lang="en-US" altLang="en-US" sz="1700" dirty="0" err="1">
                <a:solidFill>
                  <a:schemeClr val="tx1"/>
                </a:solidFill>
                <a:latin typeface="Arial" panose="020B0604020202020204" pitchFamily="34" charset="0"/>
              </a:rPr>
              <a:t>№</a:t>
            </a:r>
            <a:r>
              <a:rPr lang="en-US" altLang="en-US" sz="1700" dirty="0" err="1">
                <a:solidFill>
                  <a:schemeClr val="tx1"/>
                </a:solidFill>
                <a:latin typeface="Arial" panose="020B0604020202020204" pitchFamily="34" charset="0"/>
              </a:rPr>
              <a:t>1 для простоти та гнучкості. Легко в</a:t>
            </a:r>
            <a:r>
              <a:rPr lang="uk-UA" altLang="en-US" sz="1700" dirty="0" err="1">
                <a:solidFill>
                  <a:schemeClr val="tx1"/>
                </a:solidFill>
                <a:latin typeface="Arial" panose="020B0604020202020204" pitchFamily="34" charset="0"/>
              </a:rPr>
              <a:t>ив</a:t>
            </a:r>
            <a:r>
              <a:rPr lang="en-US" altLang="en-US" sz="1700" dirty="0" err="1">
                <a:solidFill>
                  <a:schemeClr val="tx1"/>
                </a:solidFill>
                <a:latin typeface="Arial" panose="020B0604020202020204" pitchFamily="34" charset="0"/>
              </a:rPr>
              <a:t>чити, величезна кількість розширень (Flask-RESTful, Flask-SQLAlchemy тощо). Багато сучасних інструментів (FastAPI, Dash, Reflex) побудовані на його основі</a:t>
            </a:r>
            <a:endParaRPr lang="en-US" altLang="en-US" sz="1700" dirty="0" err="1">
              <a:solidFill>
                <a:schemeClr val="tx1"/>
              </a:solidFill>
              <a:latin typeface="Arial" panose="020B0604020202020204" pitchFamily="34" charset="0"/>
            </a:endParaRPr>
          </a:p>
          <a:p>
            <a:pPr marL="342900" indent="-342900" defTabSz="457200">
              <a:spcBef>
                <a:spcPts val="475"/>
              </a:spcBef>
              <a:buClrTx/>
              <a:buSzPct val="80000"/>
              <a:buFont typeface="Arial" panose="020B0604020202020204" pitchFamily="34" charset="0"/>
              <a:buChar char="•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r>
              <a:rPr lang="en-US" altLang="en-US" sz="1700" b="1" dirty="0" err="1">
                <a:solidFill>
                  <a:schemeClr val="tx1"/>
                </a:solidFill>
                <a:latin typeface="Arial" panose="020B0604020202020204" pitchFamily="34" charset="0"/>
              </a:rPr>
              <a:t>Tornado</a:t>
            </a:r>
            <a:r>
              <a:rPr lang="uk-UA" altLang="en-US" sz="1700" b="1" dirty="0" err="1">
                <a:solidFill>
                  <a:schemeClr val="tx1"/>
                </a:solidFill>
                <a:latin typeface="Arial" panose="020B0604020202020204" pitchFamily="34" charset="0"/>
              </a:rPr>
              <a:t> </a:t>
            </a:r>
            <a:r>
              <a:rPr lang="uk-UA" altLang="en-US" sz="1700" dirty="0" err="1">
                <a:solidFill>
                  <a:schemeClr val="tx1"/>
                </a:solidFill>
                <a:latin typeface="Arial" panose="020B0604020202020204" pitchFamily="34" charset="0"/>
              </a:rPr>
              <a:t>- к</a:t>
            </a:r>
            <a:r>
              <a:rPr lang="en-US" altLang="en-US" sz="1700" dirty="0" err="1">
                <a:solidFill>
                  <a:schemeClr val="tx1"/>
                </a:solidFill>
                <a:latin typeface="Arial" panose="020B0604020202020204" pitchFamily="34" charset="0"/>
              </a:rPr>
              <a:t>ласика асинхронного Python (ще з 2009–2010). Дуже стабільний, використовується в Netflix</a:t>
            </a:r>
            <a:r>
              <a:rPr lang="uk-UA" altLang="en-US" sz="1700" dirty="0" err="1">
                <a:solidFill>
                  <a:schemeClr val="tx1"/>
                </a:solidFill>
                <a:latin typeface="Arial" panose="020B0604020202020204" pitchFamily="34" charset="0"/>
              </a:rPr>
              <a:t>. </a:t>
            </a:r>
            <a:r>
              <a:rPr lang="en-US" altLang="en-US" sz="1700" dirty="0" err="1">
                <a:solidFill>
                  <a:schemeClr val="tx1"/>
                </a:solidFill>
                <a:latin typeface="Arial" panose="020B0604020202020204" pitchFamily="34" charset="0"/>
              </a:rPr>
              <a:t>Ідеально для реал-тайм додатків, чатів, </a:t>
            </a:r>
            <a:r>
              <a:rPr lang="uk-UA" altLang="en-US" sz="1700" dirty="0" err="1">
                <a:solidFill>
                  <a:schemeClr val="tx1"/>
                </a:solidFill>
                <a:latin typeface="Arial" panose="020B0604020202020204" pitchFamily="34" charset="0"/>
              </a:rPr>
              <a:t>        </a:t>
            </a:r>
            <a:r>
              <a:rPr lang="en-US" altLang="en-US" sz="1700" dirty="0" err="1">
                <a:solidFill>
                  <a:schemeClr val="tx1"/>
                </a:solidFill>
                <a:latin typeface="Arial" panose="020B0604020202020204" pitchFamily="34" charset="0"/>
              </a:rPr>
              <a:t>IoT-бекендів, </a:t>
            </a:r>
            <a:r>
              <a:rPr lang="uk-UA" altLang="en-US" sz="1700" dirty="0" err="1">
                <a:solidFill>
                  <a:schemeClr val="tx1"/>
                </a:solidFill>
                <a:latin typeface="Arial" panose="020B0604020202020204" pitchFamily="34" charset="0"/>
              </a:rPr>
              <a:t>високонавантажених </a:t>
            </a:r>
            <a:r>
              <a:rPr lang="en-US" altLang="en-US" sz="1700" dirty="0" err="1">
                <a:solidFill>
                  <a:schemeClr val="tx1"/>
                </a:solidFill>
                <a:latin typeface="Arial" panose="020B0604020202020204" pitchFamily="34" charset="0"/>
              </a:rPr>
              <a:t>legacy систем.</a:t>
            </a:r>
            <a:endParaRPr lang="en-US" altLang="en-US" sz="1700" dirty="0" err="1">
              <a:solidFill>
                <a:schemeClr val="tx1"/>
              </a:solidFill>
              <a:latin typeface="Arial" panose="020B0604020202020204" pitchFamily="34" charset="0"/>
            </a:endParaRPr>
          </a:p>
          <a:p>
            <a:pPr marL="342900" indent="-342900" defTabSz="457200">
              <a:spcBef>
                <a:spcPts val="475"/>
              </a:spcBef>
              <a:buClrTx/>
              <a:buSzPct val="80000"/>
              <a:buFont typeface="Arial" panose="020B0604020202020204" pitchFamily="34" charset="0"/>
              <a:buChar char="•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r>
              <a:rPr lang="en-US" altLang="en-US" sz="1700" b="1" dirty="0" err="1">
                <a:solidFill>
                  <a:schemeClr val="tx1"/>
                </a:solidFill>
                <a:latin typeface="Arial" panose="020B0604020202020204" pitchFamily="34" charset="0"/>
                <a:hlinkClick r:id="rId1" action="ppaction://hlinkfile"/>
              </a:rPr>
              <a:t>Reflex</a:t>
            </a:r>
            <a:r>
              <a:rPr lang="en-US" altLang="en-US" sz="1700" b="1" dirty="0" err="1">
                <a:solidFill>
                  <a:schemeClr val="tx1"/>
                </a:solidFill>
                <a:latin typeface="Arial" panose="020B0604020202020204" pitchFamily="34" charset="0"/>
              </a:rPr>
              <a:t> </a:t>
            </a:r>
            <a:r>
              <a:rPr lang="uk-UA" altLang="en-US" sz="1700" dirty="0" err="1">
                <a:solidFill>
                  <a:schemeClr val="tx1"/>
                </a:solidFill>
                <a:latin typeface="Arial" panose="020B0604020202020204" pitchFamily="34" charset="0"/>
              </a:rPr>
              <a:t>- </a:t>
            </a:r>
            <a:r>
              <a:rPr lang="en-US" altLang="en-US" sz="1700" dirty="0" err="1">
                <a:solidFill>
                  <a:schemeClr val="tx1"/>
                </a:solidFill>
                <a:latin typeface="Arial" panose="020B0604020202020204" pitchFamily="34" charset="0"/>
              </a:rPr>
              <a:t>full-stack Python-фреймворк, де </a:t>
            </a:r>
            <a:r>
              <a:rPr lang="uk-UA" altLang="en-US" sz="1700" dirty="0" err="1">
                <a:solidFill>
                  <a:schemeClr val="tx1"/>
                </a:solidFill>
                <a:latin typeface="Arial" panose="020B0604020202020204" pitchFamily="34" charset="0"/>
              </a:rPr>
              <a:t>фронтенд </a:t>
            </a:r>
            <a:r>
              <a:rPr lang="en-US" altLang="en-US" sz="1700" dirty="0" err="1">
                <a:solidFill>
                  <a:schemeClr val="tx1"/>
                </a:solidFill>
                <a:latin typeface="Arial" panose="020B0604020202020204" pitchFamily="34" charset="0"/>
              </a:rPr>
              <a:t>пишеться чистим Python (без JS/React)</a:t>
            </a:r>
            <a:r>
              <a:rPr lang="uk-UA" altLang="en-US" sz="1700" dirty="0" err="1">
                <a:solidFill>
                  <a:schemeClr val="tx1"/>
                </a:solidFill>
                <a:latin typeface="Arial" panose="020B0604020202020204" pitchFamily="34" charset="0"/>
              </a:rPr>
              <a:t>, к</a:t>
            </a:r>
            <a:r>
              <a:rPr lang="en-US" altLang="en-US" sz="1700" dirty="0" err="1">
                <a:solidFill>
                  <a:schemeClr val="tx1"/>
                </a:solidFill>
                <a:latin typeface="Arial" panose="020B0604020202020204" pitchFamily="34" charset="0"/>
              </a:rPr>
              <a:t>омпілюється в React + FastAPI бекенд</a:t>
            </a:r>
            <a:endParaRPr lang="en-US" altLang="en-US" sz="1700" dirty="0" err="1">
              <a:solidFill>
                <a:schemeClr val="tx1"/>
              </a:solidFill>
              <a:latin typeface="Arial" panose="020B0604020202020204" pitchFamily="34" charset="0"/>
            </a:endParaRPr>
          </a:p>
        </p:txBody>
      </p:sp>
    </p:spTree>
  </p:cSld>
  <p:clrMapOvr>
    <a:masterClrMapping/>
  </p:clrMapOvr>
  <p:transition spd="med"/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38914" name="Text Box 22528"/>
          <p:cNvSpPr txBox="1"/>
          <p:nvPr/>
        </p:nvSpPr>
        <p:spPr>
          <a:xfrm>
            <a:off x="195263" y="228600"/>
            <a:ext cx="8015287" cy="914400"/>
          </a:xfrm>
          <a:prstGeom prst="rect">
            <a:avLst/>
          </a:prstGeom>
          <a:noFill/>
          <a:ln w="9525">
            <a:noFill/>
          </a:ln>
        </p:spPr>
        <p:txBody>
          <a:bodyPr wrap="square" lIns="91440" tIns="45720" rIns="91440" bIns="45720" anchor="ctr" anchorCtr="0"/>
          <a:p>
            <a:pPr defTabSz="457200">
              <a:buClrTx/>
              <a:buFontTx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r>
              <a:rPr lang="en-US" altLang="uk-UA" sz="4200" dirty="0" err="1">
                <a:solidFill>
                  <a:srgbClr val="FFFFFF"/>
                </a:solidFill>
                <a:latin typeface="Arial" panose="020B0604020202020204" pitchFamily="34" charset="0"/>
              </a:rPr>
              <a:t>Flask</a:t>
            </a:r>
            <a:endParaRPr lang="en-US" altLang="uk-UA" sz="4200" dirty="0" err="1">
              <a:solidFill>
                <a:srgbClr val="FFFFFF"/>
              </a:solidFill>
              <a:latin typeface="Arial" panose="020B0604020202020204" pitchFamily="34" charset="0"/>
            </a:endParaRPr>
          </a:p>
        </p:txBody>
      </p:sp>
      <p:sp>
        <p:nvSpPr>
          <p:cNvPr id="38915" name="Text Box 22529"/>
          <p:cNvSpPr txBox="1"/>
          <p:nvPr/>
        </p:nvSpPr>
        <p:spPr>
          <a:xfrm>
            <a:off x="468630" y="1429385"/>
            <a:ext cx="8135620" cy="4474845"/>
          </a:xfrm>
          <a:prstGeom prst="rect">
            <a:avLst/>
          </a:prstGeom>
          <a:noFill/>
          <a:ln w="9525">
            <a:noFill/>
          </a:ln>
        </p:spPr>
        <p:txBody>
          <a:bodyPr wrap="square" lIns="91440" tIns="45720" rIns="91440" bIns="45720" anchor="t" anchorCtr="0"/>
          <a:p>
            <a:pPr defTabSz="457200">
              <a:spcBef>
                <a:spcPts val="475"/>
              </a:spcBef>
              <a:buClrTx/>
              <a:buSzPct val="80000"/>
              <a:buFontTx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r>
              <a:rPr lang="en-US" altLang="en-US" sz="2000" b="1" dirty="0" err="1">
                <a:solidFill>
                  <a:schemeClr val="tx1"/>
                </a:solidFill>
                <a:latin typeface="Arial" panose="020B0604020202020204" pitchFamily="34" charset="0"/>
                <a:hlinkClick r:id="rId1" action="ppaction://hlinkfile"/>
              </a:rPr>
              <a:t>Flask</a:t>
            </a:r>
            <a:r>
              <a:rPr lang="en-US" altLang="en-US" sz="2000" b="1" dirty="0" err="1">
                <a:solidFill>
                  <a:schemeClr val="tx1"/>
                </a:solidFill>
                <a:latin typeface="Arial" panose="020B0604020202020204" pitchFamily="34" charset="0"/>
              </a:rPr>
              <a:t> </a:t>
            </a:r>
            <a:r>
              <a:rPr lang="en-US" altLang="en-US" sz="2000" dirty="0" err="1">
                <a:solidFill>
                  <a:schemeClr val="tx1"/>
                </a:solidFill>
                <a:latin typeface="Arial" panose="020B0604020202020204" pitchFamily="34" charset="0"/>
              </a:rPr>
              <a:t>— мікрофреймворк для Python, створений для простоти та гнучкості. Він не нав'язує структуру, дозволяючи будувати додатки "з нуля". Iдеальний для невеликих про</a:t>
            </a:r>
            <a:r>
              <a:rPr lang="uk-UA" altLang="en-US" sz="2000" dirty="0" err="1">
                <a:solidFill>
                  <a:schemeClr val="tx1"/>
                </a:solidFill>
                <a:latin typeface="Arial" panose="020B0604020202020204" pitchFamily="34" charset="0"/>
              </a:rPr>
              <a:t>є</a:t>
            </a:r>
            <a:r>
              <a:rPr lang="en-US" altLang="en-US" sz="2000" dirty="0" err="1">
                <a:solidFill>
                  <a:schemeClr val="tx1"/>
                </a:solidFill>
                <a:latin typeface="Arial" panose="020B0604020202020204" pitchFamily="34" charset="0"/>
              </a:rPr>
              <a:t>ктів, API чи прототипів. </a:t>
            </a:r>
            <a:r>
              <a:rPr lang="uk-UA" altLang="en-US" sz="2000" dirty="0" err="1">
                <a:solidFill>
                  <a:schemeClr val="tx1"/>
                </a:solidFill>
                <a:latin typeface="Arial" panose="020B0604020202020204" pitchFamily="34" charset="0"/>
              </a:rPr>
              <a:t>П</a:t>
            </a:r>
            <a:r>
              <a:rPr lang="en-US" altLang="en-US" sz="2000" dirty="0" err="1">
                <a:solidFill>
                  <a:schemeClr val="tx1"/>
                </a:solidFill>
                <a:latin typeface="Arial" panose="020B0604020202020204" pitchFamily="34" charset="0"/>
              </a:rPr>
              <a:t>ідтримує розширення через плагіни,</a:t>
            </a:r>
            <a:r>
              <a:rPr lang="uk-UA" altLang="en-US" sz="2000" dirty="0" err="1">
                <a:solidFill>
                  <a:schemeClr val="tx1"/>
                </a:solidFill>
                <a:latin typeface="Arial" panose="020B0604020202020204" pitchFamily="34" charset="0"/>
              </a:rPr>
              <a:t> такі </a:t>
            </a:r>
            <a:r>
              <a:rPr lang="en-US" altLang="en-US" sz="2000" dirty="0" err="1">
                <a:solidFill>
                  <a:schemeClr val="tx1"/>
                </a:solidFill>
                <a:latin typeface="Arial" panose="020B0604020202020204" pitchFamily="34" charset="0"/>
              </a:rPr>
              <a:t>як Flask-SQLAlchemy для баз даних</a:t>
            </a:r>
            <a:r>
              <a:rPr lang="uk-UA" altLang="en-US" sz="2000" dirty="0" err="1">
                <a:solidFill>
                  <a:schemeClr val="tx1"/>
                </a:solidFill>
                <a:latin typeface="Arial" panose="020B0604020202020204" pitchFamily="34" charset="0"/>
              </a:rPr>
              <a:t> тощо.</a:t>
            </a:r>
            <a:endParaRPr lang="en-US" altLang="en-US" sz="2000" dirty="0" err="1">
              <a:solidFill>
                <a:schemeClr val="tx1"/>
              </a:solidFill>
              <a:latin typeface="Arial" panose="020B0604020202020204" pitchFamily="34" charset="0"/>
            </a:endParaRPr>
          </a:p>
          <a:p>
            <a:pPr defTabSz="457200">
              <a:spcBef>
                <a:spcPts val="475"/>
              </a:spcBef>
              <a:buClrTx/>
              <a:buSzPct val="80000"/>
              <a:buFontTx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r>
              <a:rPr lang="en-US" altLang="en-US" sz="2000" dirty="0" err="1">
                <a:solidFill>
                  <a:schemeClr val="tx1"/>
                </a:solidFill>
                <a:latin typeface="Arial" panose="020B0604020202020204" pitchFamily="34" charset="0"/>
              </a:rPr>
              <a:t>Переваги: Легковаговий, швидкий старт.</a:t>
            </a:r>
            <a:endParaRPr lang="en-US" altLang="en-US" sz="2000" dirty="0" err="1">
              <a:solidFill>
                <a:schemeClr val="tx1"/>
              </a:solidFill>
              <a:latin typeface="Arial" panose="020B0604020202020204" pitchFamily="34" charset="0"/>
            </a:endParaRPr>
          </a:p>
          <a:p>
            <a:pPr defTabSz="457200">
              <a:spcBef>
                <a:spcPts val="475"/>
              </a:spcBef>
              <a:buClrTx/>
              <a:buSzPct val="80000"/>
              <a:buFontTx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r>
              <a:rPr lang="en-US" altLang="en-US" sz="2000" dirty="0" err="1">
                <a:solidFill>
                  <a:schemeClr val="tx1"/>
                </a:solidFill>
                <a:latin typeface="Arial" panose="020B0604020202020204" pitchFamily="34" charset="0"/>
              </a:rPr>
              <a:t>Недоліки: Для великих про</a:t>
            </a:r>
            <a:r>
              <a:rPr lang="uk-UA" altLang="en-US" sz="2000" dirty="0" err="1">
                <a:solidFill>
                  <a:schemeClr val="tx1"/>
                </a:solidFill>
                <a:latin typeface="Arial" panose="020B0604020202020204" pitchFamily="34" charset="0"/>
              </a:rPr>
              <a:t>є</a:t>
            </a:r>
            <a:r>
              <a:rPr lang="en-US" altLang="en-US" sz="2000" dirty="0" err="1">
                <a:solidFill>
                  <a:schemeClr val="tx1"/>
                </a:solidFill>
                <a:latin typeface="Arial" panose="020B0604020202020204" pitchFamily="34" charset="0"/>
              </a:rPr>
              <a:t>ктів потрібно </a:t>
            </a:r>
            <a:r>
              <a:rPr lang="uk-UA" altLang="en-US" sz="2000" dirty="0" err="1">
                <a:solidFill>
                  <a:schemeClr val="tx1"/>
                </a:solidFill>
                <a:latin typeface="Arial" panose="020B0604020202020204" pitchFamily="34" charset="0"/>
              </a:rPr>
              <a:t>буде </a:t>
            </a:r>
            <a:r>
              <a:rPr lang="en-US" altLang="en-US" sz="2000" dirty="0" err="1">
                <a:solidFill>
                  <a:schemeClr val="tx1"/>
                </a:solidFill>
                <a:latin typeface="Arial" panose="020B0604020202020204" pitchFamily="34" charset="0"/>
              </a:rPr>
              <a:t>додавати компоненти вручну.</a:t>
            </a:r>
            <a:endParaRPr lang="en-US" altLang="en-US" sz="2000" dirty="0" err="1">
              <a:solidFill>
                <a:schemeClr val="tx1"/>
              </a:solidFill>
              <a:latin typeface="Arial" panose="020B0604020202020204" pitchFamily="34" charset="0"/>
            </a:endParaRPr>
          </a:p>
          <a:p>
            <a:pPr defTabSz="457200">
              <a:spcBef>
                <a:spcPts val="475"/>
              </a:spcBef>
              <a:buClrTx/>
              <a:buSzPct val="80000"/>
              <a:buFontTx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r>
              <a:rPr lang="uk-UA" altLang="en-US" sz="2000" dirty="0" err="1">
                <a:solidFill>
                  <a:schemeClr val="tx1"/>
                </a:solidFill>
                <a:latin typeface="Arial" panose="020B0604020202020204" pitchFamily="34" charset="0"/>
              </a:rPr>
              <a:t>Встановлюється командою </a:t>
            </a:r>
            <a:r>
              <a:rPr lang="en-US" altLang="en-US" sz="2000" b="1" dirty="0" err="1">
                <a:solidFill>
                  <a:schemeClr val="tx1"/>
                </a:solidFill>
                <a:latin typeface="Arial" panose="020B0604020202020204" pitchFamily="34" charset="0"/>
              </a:rPr>
              <a:t>py -m pip install flask</a:t>
            </a:r>
            <a:r>
              <a:rPr lang="en-US" altLang="en-US" sz="2000" dirty="0" err="1">
                <a:solidFill>
                  <a:schemeClr val="tx1"/>
                </a:solidFill>
                <a:latin typeface="Arial" panose="020B0604020202020204" pitchFamily="34" charset="0"/>
              </a:rPr>
              <a:t>.</a:t>
            </a:r>
            <a:endParaRPr lang="en-US" altLang="en-US" sz="2000" dirty="0" err="1">
              <a:solidFill>
                <a:schemeClr val="tx1"/>
              </a:solidFill>
              <a:latin typeface="Arial" panose="020B0604020202020204" pitchFamily="34" charset="0"/>
            </a:endParaRPr>
          </a:p>
          <a:p>
            <a:pPr defTabSz="457200">
              <a:spcBef>
                <a:spcPts val="475"/>
              </a:spcBef>
              <a:buClrTx/>
              <a:buSzPct val="80000"/>
              <a:buFontTx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endParaRPr lang="en-US" altLang="en-US" sz="2000" dirty="0" err="1">
              <a:solidFill>
                <a:schemeClr val="tx1"/>
              </a:solidFill>
              <a:latin typeface="Arial" panose="020B0604020202020204" pitchFamily="34" charset="0"/>
            </a:endParaRPr>
          </a:p>
          <a:p>
            <a:pPr algn="ctr" defTabSz="457200">
              <a:spcBef>
                <a:spcPts val="475"/>
              </a:spcBef>
              <a:buClrTx/>
              <a:buSzPct val="80000"/>
              <a:buFontTx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r>
              <a:rPr lang="en-US" altLang="en-US" sz="3100" b="1" dirty="0" err="1">
                <a:solidFill>
                  <a:schemeClr val="tx1"/>
                </a:solidFill>
                <a:latin typeface="Arial" panose="020B0604020202020204" pitchFamily="34" charset="0"/>
                <a:hlinkClick r:id="rId2" action="ppaction://hlinkfile"/>
              </a:rPr>
              <a:t>https://github.com/sunmeat/python_flask2</a:t>
            </a:r>
            <a:endParaRPr lang="en-US" altLang="en-US" sz="3100" b="1" dirty="0" err="1">
              <a:solidFill>
                <a:schemeClr val="tx1"/>
              </a:solidFill>
              <a:latin typeface="Arial" panose="020B0604020202020204" pitchFamily="34" charset="0"/>
              <a:hlinkClick r:id="rId2" action="ppaction://hlinkfile"/>
            </a:endParaRPr>
          </a:p>
        </p:txBody>
      </p:sp>
    </p:spTree>
  </p:cSld>
  <p:clrMapOvr>
    <a:masterClrMapping/>
  </p:clrMapOvr>
  <p:transition spd="med"/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38914" name="Text Box 22528"/>
          <p:cNvSpPr txBox="1"/>
          <p:nvPr/>
        </p:nvSpPr>
        <p:spPr>
          <a:xfrm>
            <a:off x="195263" y="228600"/>
            <a:ext cx="8015287" cy="914400"/>
          </a:xfrm>
          <a:prstGeom prst="rect">
            <a:avLst/>
          </a:prstGeom>
          <a:noFill/>
          <a:ln w="9525">
            <a:noFill/>
          </a:ln>
        </p:spPr>
        <p:txBody>
          <a:bodyPr wrap="square" lIns="91440" tIns="45720" rIns="91440" bIns="45720" anchor="ctr" anchorCtr="0"/>
          <a:p>
            <a:pPr defTabSz="457200">
              <a:buClrTx/>
              <a:buFontTx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r>
              <a:rPr lang="en-US" altLang="uk-UA" sz="4200" dirty="0" err="1">
                <a:solidFill>
                  <a:srgbClr val="FFFFFF"/>
                </a:solidFill>
                <a:latin typeface="Arial" panose="020B0604020202020204" pitchFamily="34" charset="0"/>
              </a:rPr>
              <a:t>Fast API</a:t>
            </a:r>
            <a:endParaRPr lang="en-US" altLang="uk-UA" sz="4200" dirty="0" err="1">
              <a:solidFill>
                <a:srgbClr val="FFFFFF"/>
              </a:solidFill>
              <a:latin typeface="Arial" panose="020B0604020202020204" pitchFamily="34" charset="0"/>
            </a:endParaRPr>
          </a:p>
        </p:txBody>
      </p:sp>
      <p:sp>
        <p:nvSpPr>
          <p:cNvPr id="38915" name="Text Box 22529"/>
          <p:cNvSpPr txBox="1"/>
          <p:nvPr/>
        </p:nvSpPr>
        <p:spPr>
          <a:xfrm>
            <a:off x="468630" y="1429385"/>
            <a:ext cx="8135620" cy="4474845"/>
          </a:xfrm>
          <a:prstGeom prst="rect">
            <a:avLst/>
          </a:prstGeom>
          <a:noFill/>
          <a:ln w="9525">
            <a:noFill/>
          </a:ln>
        </p:spPr>
        <p:txBody>
          <a:bodyPr wrap="square" lIns="91440" tIns="45720" rIns="91440" bIns="45720" anchor="t" anchorCtr="0"/>
          <a:p>
            <a:pPr defTabSz="457200">
              <a:spcBef>
                <a:spcPts val="475"/>
              </a:spcBef>
              <a:buClrTx/>
              <a:buSzPct val="80000"/>
              <a:buFontTx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r>
              <a:rPr lang="en-US" altLang="en-US" sz="2000" b="1" dirty="0" err="1">
                <a:solidFill>
                  <a:schemeClr val="tx1"/>
                </a:solidFill>
                <a:latin typeface="Arial" panose="020B0604020202020204" pitchFamily="34" charset="0"/>
                <a:hlinkClick r:id="rId1" action="ppaction://hlinkfile"/>
              </a:rPr>
              <a:t>FastAPI</a:t>
            </a:r>
            <a:r>
              <a:rPr lang="en-US" altLang="en-US" sz="2000" b="1" dirty="0" err="1">
                <a:solidFill>
                  <a:schemeClr val="tx1"/>
                </a:solidFill>
                <a:latin typeface="Arial" panose="020B0604020202020204" pitchFamily="34" charset="0"/>
              </a:rPr>
              <a:t> </a:t>
            </a:r>
            <a:r>
              <a:rPr lang="en-US" altLang="en-US" sz="2000" dirty="0" err="1">
                <a:solidFill>
                  <a:schemeClr val="tx1"/>
                </a:solidFill>
                <a:latin typeface="Arial" panose="020B0604020202020204" pitchFamily="34" charset="0"/>
              </a:rPr>
              <a:t>— сучасний фреймворк для API, заснований на </a:t>
            </a:r>
            <a:r>
              <a:rPr lang="en-US" altLang="en-US" sz="2000" dirty="0" err="1">
                <a:solidFill>
                  <a:schemeClr val="tx1"/>
                </a:solidFill>
                <a:latin typeface="Arial" panose="020B0604020202020204" pitchFamily="34" charset="0"/>
                <a:hlinkClick r:id="rId2" action="ppaction://hlinkfile"/>
              </a:rPr>
              <a:t>Starlette</a:t>
            </a:r>
            <a:r>
              <a:rPr lang="en-US" altLang="en-US" sz="2000" dirty="0" err="1">
                <a:solidFill>
                  <a:schemeClr val="tx1"/>
                </a:solidFill>
                <a:latin typeface="Arial" panose="020B0604020202020204" pitchFamily="34" charset="0"/>
              </a:rPr>
              <a:t> та </a:t>
            </a:r>
            <a:r>
              <a:rPr lang="en-US" altLang="en-US" sz="2000" dirty="0" err="1">
                <a:solidFill>
                  <a:schemeClr val="tx1"/>
                </a:solidFill>
                <a:latin typeface="Arial" panose="020B0604020202020204" pitchFamily="34" charset="0"/>
                <a:hlinkClick r:id="rId3" action="ppaction://hlinkfile"/>
              </a:rPr>
              <a:t>Pydantic</a:t>
            </a:r>
            <a:r>
              <a:rPr lang="en-US" altLang="en-US" sz="2000" dirty="0" err="1">
                <a:solidFill>
                  <a:schemeClr val="tx1"/>
                </a:solidFill>
                <a:latin typeface="Arial" panose="020B0604020202020204" pitchFamily="34" charset="0"/>
              </a:rPr>
              <a:t>. Він швидкий, асинхронний і автоматично генерує документацію (Swagger).</a:t>
            </a:r>
            <a:endParaRPr lang="en-US" altLang="en-US" sz="2000" dirty="0" err="1">
              <a:solidFill>
                <a:schemeClr val="tx1"/>
              </a:solidFill>
              <a:latin typeface="Arial" panose="020B0604020202020204" pitchFamily="34" charset="0"/>
            </a:endParaRPr>
          </a:p>
          <a:p>
            <a:pPr defTabSz="457200">
              <a:spcBef>
                <a:spcPts val="475"/>
              </a:spcBef>
              <a:buClrTx/>
              <a:buSzPct val="80000"/>
              <a:buFontTx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r>
              <a:rPr lang="en-US" altLang="en-US" sz="2000" dirty="0" err="1">
                <a:solidFill>
                  <a:schemeClr val="tx1"/>
                </a:solidFill>
                <a:latin typeface="Arial" panose="020B0604020202020204" pitchFamily="34" charset="0"/>
              </a:rPr>
              <a:t>Ідеальний для RESTful API, мікросервісів. Підтримує type hints  для валідації даних.</a:t>
            </a:r>
            <a:endParaRPr lang="en-US" altLang="en-US" sz="2000" dirty="0" err="1">
              <a:solidFill>
                <a:schemeClr val="tx1"/>
              </a:solidFill>
              <a:latin typeface="Arial" panose="020B0604020202020204" pitchFamily="34" charset="0"/>
            </a:endParaRPr>
          </a:p>
          <a:p>
            <a:pPr defTabSz="457200">
              <a:spcBef>
                <a:spcPts val="475"/>
              </a:spcBef>
              <a:buClrTx/>
              <a:buSzPct val="80000"/>
              <a:buFontTx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r>
              <a:rPr lang="en-US" altLang="en-US" sz="2000" dirty="0" err="1">
                <a:solidFill>
                  <a:schemeClr val="tx1"/>
                </a:solidFill>
                <a:latin typeface="Arial" panose="020B0604020202020204" pitchFamily="34" charset="0"/>
              </a:rPr>
              <a:t>Переваги: Висока продуктивність, автоматична валідація. Недоліки: Менш підходить для повноцінних веб-сайтів                     з шаблонами.</a:t>
            </a:r>
            <a:endParaRPr lang="en-US" altLang="en-US" sz="2000" dirty="0" err="1">
              <a:solidFill>
                <a:schemeClr val="tx1"/>
              </a:solidFill>
              <a:latin typeface="Arial" panose="020B0604020202020204" pitchFamily="34" charset="0"/>
            </a:endParaRPr>
          </a:p>
          <a:p>
            <a:pPr defTabSz="457200">
              <a:spcBef>
                <a:spcPts val="475"/>
              </a:spcBef>
              <a:buClrTx/>
              <a:buSzPct val="80000"/>
              <a:buFontTx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r>
              <a:rPr lang="uk-UA" altLang="en-US" sz="2000" dirty="0" err="1">
                <a:solidFill>
                  <a:schemeClr val="tx1"/>
                </a:solidFill>
                <a:latin typeface="Arial" panose="020B0604020202020204" pitchFamily="34" charset="0"/>
              </a:rPr>
              <a:t>Встановлення: </a:t>
            </a:r>
            <a:r>
              <a:rPr lang="en-US" altLang="en-US" sz="2000" b="1" dirty="0" err="1">
                <a:solidFill>
                  <a:schemeClr val="tx1"/>
                </a:solidFill>
                <a:latin typeface="Arial" panose="020B0604020202020204" pitchFamily="34" charset="0"/>
              </a:rPr>
              <a:t>py -m pip install fastapi uvicorn</a:t>
            </a:r>
            <a:r>
              <a:rPr lang="en-US" altLang="en-US" sz="2000" dirty="0" err="1">
                <a:solidFill>
                  <a:schemeClr val="tx1"/>
                </a:solidFill>
                <a:latin typeface="Arial" panose="020B0604020202020204" pitchFamily="34" charset="0"/>
              </a:rPr>
              <a:t>.                Uvicorn — </a:t>
            </a:r>
            <a:r>
              <a:rPr lang="en-US" altLang="en-US" sz="2000" dirty="0" err="1">
                <a:solidFill>
                  <a:schemeClr val="tx1"/>
                </a:solidFill>
                <a:latin typeface="Arial" panose="020B0604020202020204" pitchFamily="34" charset="0"/>
                <a:hlinkClick r:id="rId4" action="ppaction://hlinkfile"/>
              </a:rPr>
              <a:t>ASGI</a:t>
            </a:r>
            <a:r>
              <a:rPr lang="en-US" altLang="en-US" sz="2000" dirty="0" err="1">
                <a:solidFill>
                  <a:schemeClr val="tx1"/>
                </a:solidFill>
                <a:latin typeface="Arial" panose="020B0604020202020204" pitchFamily="34" charset="0"/>
              </a:rPr>
              <a:t>-сервер для запуску.</a:t>
            </a:r>
            <a:endParaRPr lang="en-US" altLang="en-US" sz="2000" dirty="0" err="1">
              <a:solidFill>
                <a:schemeClr val="tx1"/>
              </a:solidFill>
              <a:latin typeface="Arial" panose="020B0604020202020204" pitchFamily="34" charset="0"/>
            </a:endParaRPr>
          </a:p>
          <a:p>
            <a:pPr defTabSz="457200">
              <a:spcBef>
                <a:spcPts val="475"/>
              </a:spcBef>
              <a:buClrTx/>
              <a:buSzPct val="80000"/>
              <a:buFontTx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endParaRPr lang="en-US" altLang="en-US" sz="2000" dirty="0" err="1">
              <a:solidFill>
                <a:schemeClr val="tx1"/>
              </a:solidFill>
              <a:latin typeface="Arial" panose="020B0604020202020204" pitchFamily="34" charset="0"/>
            </a:endParaRPr>
          </a:p>
          <a:p>
            <a:pPr algn="ctr" defTabSz="457200">
              <a:spcBef>
                <a:spcPts val="475"/>
              </a:spcBef>
              <a:buClrTx/>
              <a:buSzPct val="80000"/>
              <a:buFontTx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r>
              <a:rPr lang="en-US" altLang="en-US" sz="3000" b="1" dirty="0" err="1">
                <a:solidFill>
                  <a:srgbClr val="FF0000"/>
                </a:solidFill>
                <a:latin typeface="Arial" panose="020B0604020202020204" pitchFamily="34" charset="0"/>
                <a:hlinkClick r:id="rId5" action="ppaction://hlinkfile"/>
              </a:rPr>
              <a:t>https://github.com/sunmeat/python_fastapi</a:t>
            </a:r>
            <a:endParaRPr lang="en-US" altLang="en-US" sz="3000" b="1" dirty="0" err="1">
              <a:solidFill>
                <a:srgbClr val="FF0000"/>
              </a:solidFill>
              <a:latin typeface="Arial" panose="020B0604020202020204" pitchFamily="34" charset="0"/>
              <a:hlinkClick r:id="rId5" action="ppaction://hlinkfile"/>
            </a:endParaRPr>
          </a:p>
        </p:txBody>
      </p:sp>
    </p:spTree>
  </p:cSld>
  <p:clrMapOvr>
    <a:masterClrMapping/>
  </p:clrMapOvr>
  <p:transition spd="med"/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38914" name="Text Box 22528"/>
          <p:cNvSpPr txBox="1"/>
          <p:nvPr/>
        </p:nvSpPr>
        <p:spPr>
          <a:xfrm>
            <a:off x="195263" y="228600"/>
            <a:ext cx="8015287" cy="914400"/>
          </a:xfrm>
          <a:prstGeom prst="rect">
            <a:avLst/>
          </a:prstGeom>
          <a:noFill/>
          <a:ln w="9525">
            <a:noFill/>
          </a:ln>
        </p:spPr>
        <p:txBody>
          <a:bodyPr wrap="square" lIns="91440" tIns="45720" rIns="91440" bIns="45720" anchor="ctr" anchorCtr="0"/>
          <a:p>
            <a:pPr defTabSz="457200">
              <a:buClrTx/>
              <a:buFontTx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r>
              <a:rPr lang="en-US" altLang="uk-UA" sz="4200" dirty="0" err="1">
                <a:solidFill>
                  <a:srgbClr val="FFFFFF"/>
                </a:solidFill>
                <a:latin typeface="Arial" panose="020B0604020202020204" pitchFamily="34" charset="0"/>
              </a:rPr>
              <a:t>Tornado</a:t>
            </a:r>
            <a:endParaRPr lang="en-US" altLang="uk-UA" sz="4200" dirty="0" err="1">
              <a:solidFill>
                <a:srgbClr val="FFFFFF"/>
              </a:solidFill>
              <a:latin typeface="Arial" panose="020B0604020202020204" pitchFamily="34" charset="0"/>
            </a:endParaRPr>
          </a:p>
        </p:txBody>
      </p:sp>
      <p:sp>
        <p:nvSpPr>
          <p:cNvPr id="38915" name="Text Box 22529"/>
          <p:cNvSpPr txBox="1"/>
          <p:nvPr/>
        </p:nvSpPr>
        <p:spPr>
          <a:xfrm>
            <a:off x="468630" y="1429385"/>
            <a:ext cx="8135620" cy="4474845"/>
          </a:xfrm>
          <a:prstGeom prst="rect">
            <a:avLst/>
          </a:prstGeom>
          <a:noFill/>
          <a:ln w="9525">
            <a:noFill/>
          </a:ln>
        </p:spPr>
        <p:txBody>
          <a:bodyPr wrap="square" lIns="91440" tIns="45720" rIns="91440" bIns="45720" anchor="t" anchorCtr="0"/>
          <a:p>
            <a:pPr defTabSz="457200">
              <a:spcBef>
                <a:spcPts val="475"/>
              </a:spcBef>
              <a:buClrTx/>
              <a:buSzPct val="80000"/>
              <a:buFontTx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r>
              <a:rPr lang="en-US" altLang="en-US" sz="2200" b="1" dirty="0" err="1">
                <a:solidFill>
                  <a:schemeClr val="tx1"/>
                </a:solidFill>
                <a:latin typeface="Arial" panose="020B0604020202020204" pitchFamily="34" charset="0"/>
                <a:hlinkClick r:id="rId1" action="ppaction://hlinkfile"/>
              </a:rPr>
              <a:t>Tornado</a:t>
            </a:r>
            <a:r>
              <a:rPr lang="en-US" altLang="en-US" sz="2200" b="1" dirty="0" err="1">
                <a:solidFill>
                  <a:schemeClr val="tx1"/>
                </a:solidFill>
                <a:latin typeface="Arial" panose="020B0604020202020204" pitchFamily="34" charset="0"/>
              </a:rPr>
              <a:t> </a:t>
            </a:r>
            <a:r>
              <a:rPr lang="en-US" altLang="en-US" sz="2200" dirty="0" err="1">
                <a:solidFill>
                  <a:schemeClr val="tx1"/>
                </a:solidFill>
                <a:latin typeface="Arial" panose="020B0604020202020204" pitchFamily="34" charset="0"/>
              </a:rPr>
              <a:t>— асинхронний фреймворк                                      для високонавантажених додатків, </a:t>
            </a:r>
            <a:r>
              <a:rPr lang="uk-UA" altLang="en-US" sz="2200" dirty="0" err="1">
                <a:solidFill>
                  <a:schemeClr val="tx1"/>
                </a:solidFill>
                <a:latin typeface="Arial" panose="020B0604020202020204" pitchFamily="34" charset="0"/>
              </a:rPr>
              <a:t>таких </a:t>
            </a:r>
            <a:r>
              <a:rPr lang="en-US" altLang="en-US" sz="2200" dirty="0" err="1">
                <a:solidFill>
                  <a:schemeClr val="tx1"/>
                </a:solidFill>
                <a:latin typeface="Arial" panose="020B0604020202020204" pitchFamily="34" charset="0"/>
              </a:rPr>
              <a:t>як чати                  чи реал-тайм сервіси. Розроблений Facebook.</a:t>
            </a:r>
            <a:endParaRPr lang="en-US" altLang="en-US" sz="2200" dirty="0" err="1">
              <a:solidFill>
                <a:schemeClr val="tx1"/>
              </a:solidFill>
              <a:latin typeface="Arial" panose="020B0604020202020204" pitchFamily="34" charset="0"/>
            </a:endParaRPr>
          </a:p>
          <a:p>
            <a:pPr defTabSz="457200">
              <a:spcBef>
                <a:spcPts val="475"/>
              </a:spcBef>
              <a:buClrTx/>
              <a:buSzPct val="80000"/>
              <a:buFontTx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endParaRPr lang="en-US" altLang="en-US" sz="2200" dirty="0" err="1">
              <a:solidFill>
                <a:schemeClr val="tx1"/>
              </a:solidFill>
              <a:latin typeface="Arial" panose="020B0604020202020204" pitchFamily="34" charset="0"/>
            </a:endParaRPr>
          </a:p>
          <a:p>
            <a:pPr defTabSz="457200">
              <a:spcBef>
                <a:spcPts val="475"/>
              </a:spcBef>
              <a:buClrTx/>
              <a:buSzPct val="80000"/>
              <a:buFontTx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r>
              <a:rPr lang="en-US" altLang="en-US" sz="2200" dirty="0" err="1">
                <a:solidFill>
                  <a:schemeClr val="tx1"/>
                </a:solidFill>
                <a:latin typeface="Arial" panose="020B0604020202020204" pitchFamily="34" charset="0"/>
              </a:rPr>
              <a:t>Переваги: Швидкість, масштабованість.</a:t>
            </a:r>
            <a:endParaRPr lang="en-US" altLang="en-US" sz="2200" dirty="0" err="1">
              <a:solidFill>
                <a:schemeClr val="tx1"/>
              </a:solidFill>
              <a:latin typeface="Arial" panose="020B0604020202020204" pitchFamily="34" charset="0"/>
            </a:endParaRPr>
          </a:p>
          <a:p>
            <a:pPr defTabSz="457200">
              <a:spcBef>
                <a:spcPts val="475"/>
              </a:spcBef>
              <a:buClrTx/>
              <a:buSzPct val="80000"/>
              <a:buFontTx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r>
              <a:rPr lang="en-US" altLang="en-US" sz="2200" dirty="0" err="1">
                <a:solidFill>
                  <a:schemeClr val="tx1"/>
                </a:solidFill>
                <a:latin typeface="Arial" panose="020B0604020202020204" pitchFamily="34" charset="0"/>
              </a:rPr>
              <a:t>Недоліки: Складніший для новачків, менше вбудованих інструментів.</a:t>
            </a:r>
            <a:endParaRPr lang="en-US" altLang="en-US" sz="2200" dirty="0" err="1">
              <a:solidFill>
                <a:schemeClr val="tx1"/>
              </a:solidFill>
              <a:latin typeface="Arial" panose="020B0604020202020204" pitchFamily="34" charset="0"/>
            </a:endParaRPr>
          </a:p>
          <a:p>
            <a:pPr defTabSz="457200">
              <a:spcBef>
                <a:spcPts val="475"/>
              </a:spcBef>
              <a:buClrTx/>
              <a:buSzPct val="80000"/>
              <a:buFontTx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endParaRPr lang="en-US" altLang="en-US" sz="2200" dirty="0" err="1">
              <a:solidFill>
                <a:schemeClr val="tx1"/>
              </a:solidFill>
              <a:latin typeface="Arial" panose="020B0604020202020204" pitchFamily="34" charset="0"/>
            </a:endParaRPr>
          </a:p>
          <a:p>
            <a:pPr defTabSz="457200">
              <a:spcBef>
                <a:spcPts val="475"/>
              </a:spcBef>
              <a:buClrTx/>
              <a:buSzPct val="80000"/>
              <a:buFontTx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r>
              <a:rPr lang="uk-UA" altLang="en-US" sz="2200" dirty="0" err="1">
                <a:solidFill>
                  <a:schemeClr val="tx1"/>
                </a:solidFill>
                <a:latin typeface="Arial" panose="020B0604020202020204" pitchFamily="34" charset="0"/>
              </a:rPr>
              <a:t>Встановлення</a:t>
            </a:r>
            <a:r>
              <a:rPr lang="en-US" altLang="en-US" sz="2200" dirty="0" err="1">
                <a:solidFill>
                  <a:schemeClr val="tx1"/>
                </a:solidFill>
                <a:latin typeface="Arial" panose="020B0604020202020204" pitchFamily="34" charset="0"/>
              </a:rPr>
              <a:t>:</a:t>
            </a:r>
            <a:r>
              <a:rPr lang="en-US" altLang="en-US" sz="2200" b="1" dirty="0" err="1">
                <a:solidFill>
                  <a:schemeClr val="tx1"/>
                </a:solidFill>
                <a:latin typeface="Arial" panose="020B0604020202020204" pitchFamily="34" charset="0"/>
              </a:rPr>
              <a:t> py - m pip install tornado</a:t>
            </a:r>
            <a:endParaRPr lang="en-US" altLang="en-US" sz="2200" b="1" dirty="0" err="1">
              <a:solidFill>
                <a:schemeClr val="tx1"/>
              </a:solidFill>
              <a:latin typeface="Arial" panose="020B0604020202020204" pitchFamily="34" charset="0"/>
            </a:endParaRPr>
          </a:p>
          <a:p>
            <a:pPr defTabSz="457200">
              <a:spcBef>
                <a:spcPts val="475"/>
              </a:spcBef>
              <a:buClrTx/>
              <a:buSzPct val="80000"/>
              <a:buFontTx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endParaRPr lang="en-US" altLang="en-US" sz="2200" b="1" dirty="0" err="1">
              <a:solidFill>
                <a:schemeClr val="tx1"/>
              </a:solidFill>
              <a:latin typeface="Arial" panose="020B0604020202020204" pitchFamily="34" charset="0"/>
            </a:endParaRPr>
          </a:p>
          <a:p>
            <a:pPr algn="ctr" defTabSz="457200">
              <a:spcBef>
                <a:spcPts val="475"/>
              </a:spcBef>
              <a:buClrTx/>
              <a:buSzPct val="80000"/>
              <a:buFontTx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r>
              <a:rPr lang="en-US" altLang="en-US" sz="2900" b="1" dirty="0" err="1">
                <a:solidFill>
                  <a:schemeClr val="tx1"/>
                </a:solidFill>
                <a:latin typeface="Arial" panose="020B0604020202020204" pitchFamily="34" charset="0"/>
                <a:hlinkClick r:id="rId2" action="ppaction://hlinkfile"/>
              </a:rPr>
              <a:t>https://github.com/sunmeat/python_tornado</a:t>
            </a:r>
            <a:endParaRPr lang="en-US" altLang="en-US" sz="2900" b="1" dirty="0" err="1">
              <a:solidFill>
                <a:schemeClr val="tx1"/>
              </a:solidFill>
              <a:latin typeface="Arial" panose="020B0604020202020204" pitchFamily="34" charset="0"/>
              <a:hlinkClick r:id="rId2" action="ppaction://hlinkfile"/>
            </a:endParaRPr>
          </a:p>
        </p:txBody>
      </p:sp>
    </p:spTree>
  </p:cSld>
  <p:clrMapOvr>
    <a:masterClrMapping/>
  </p:clrMapOvr>
  <p:transition spd="med"/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38914" name="Text Box 22528"/>
          <p:cNvSpPr txBox="1"/>
          <p:nvPr/>
        </p:nvSpPr>
        <p:spPr>
          <a:xfrm>
            <a:off x="195263" y="228600"/>
            <a:ext cx="8015287" cy="914400"/>
          </a:xfrm>
          <a:prstGeom prst="rect">
            <a:avLst/>
          </a:prstGeom>
          <a:noFill/>
          <a:ln w="9525">
            <a:noFill/>
          </a:ln>
        </p:spPr>
        <p:txBody>
          <a:bodyPr wrap="square" lIns="91440" tIns="45720" rIns="91440" bIns="45720" anchor="ctr" anchorCtr="0"/>
          <a:p>
            <a:pPr defTabSz="457200">
              <a:buClrTx/>
              <a:buFontTx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r>
              <a:rPr lang="en-US" altLang="uk-UA" sz="4200" dirty="0" err="1">
                <a:solidFill>
                  <a:srgbClr val="FFFFFF"/>
                </a:solidFill>
                <a:latin typeface="Arial" panose="020B0604020202020204" pitchFamily="34" charset="0"/>
              </a:rPr>
              <a:t>Django</a:t>
            </a:r>
            <a:endParaRPr lang="uk-UA" altLang="ru-RU" sz="4200" dirty="0" err="1">
              <a:solidFill>
                <a:srgbClr val="FFFFFF"/>
              </a:solidFill>
              <a:latin typeface="Arial" panose="020B0604020202020204" pitchFamily="34" charset="0"/>
            </a:endParaRPr>
          </a:p>
        </p:txBody>
      </p:sp>
      <p:sp>
        <p:nvSpPr>
          <p:cNvPr id="38915" name="Text Box 22529"/>
          <p:cNvSpPr txBox="1"/>
          <p:nvPr/>
        </p:nvSpPr>
        <p:spPr>
          <a:xfrm>
            <a:off x="468630" y="1429385"/>
            <a:ext cx="8135620" cy="4474845"/>
          </a:xfrm>
          <a:prstGeom prst="rect">
            <a:avLst/>
          </a:prstGeom>
          <a:noFill/>
          <a:ln w="9525">
            <a:noFill/>
          </a:ln>
        </p:spPr>
        <p:txBody>
          <a:bodyPr wrap="square" lIns="91440" tIns="45720" rIns="91440" bIns="45720" anchor="t" anchorCtr="0"/>
          <a:p>
            <a:pPr defTabSz="457200">
              <a:spcBef>
                <a:spcPts val="475"/>
              </a:spcBef>
              <a:buClrTx/>
              <a:buSzPct val="80000"/>
              <a:buFontTx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r>
              <a:rPr lang="en-US" altLang="en-US" sz="2000" b="1" dirty="0" err="1">
                <a:solidFill>
                  <a:schemeClr val="tx1"/>
                </a:solidFill>
                <a:latin typeface="Arial" panose="020B0604020202020204" pitchFamily="34" charset="0"/>
                <a:hlinkClick r:id="rId1" tooltip="" action="ppaction://hlinkfile"/>
              </a:rPr>
              <a:t>Django</a:t>
            </a:r>
            <a:r>
              <a:rPr lang="en-US" altLang="en-US" sz="2000" b="1" dirty="0" err="1">
                <a:solidFill>
                  <a:schemeClr val="tx1"/>
                </a:solidFill>
                <a:latin typeface="Arial" panose="020B0604020202020204" pitchFamily="34" charset="0"/>
              </a:rPr>
              <a:t> </a:t>
            </a:r>
            <a:r>
              <a:rPr lang="en-US" altLang="en-US" sz="2000" dirty="0" err="1">
                <a:solidFill>
                  <a:schemeClr val="tx1"/>
                </a:solidFill>
                <a:latin typeface="Arial" panose="020B0604020202020204" pitchFamily="34" charset="0"/>
              </a:rPr>
              <a:t>— повноцінний </a:t>
            </a:r>
            <a:r>
              <a:rPr lang="uk-UA" altLang="en-US" sz="2000" dirty="0" err="1">
                <a:solidFill>
                  <a:schemeClr val="tx1"/>
                </a:solidFill>
                <a:latin typeface="Arial" panose="020B0604020202020204" pitchFamily="34" charset="0"/>
              </a:rPr>
              <a:t>веб</a:t>
            </a:r>
            <a:r>
              <a:rPr lang="en-US" altLang="en-US" sz="2000" dirty="0" err="1">
                <a:solidFill>
                  <a:schemeClr val="tx1"/>
                </a:solidFill>
                <a:latin typeface="Arial" panose="020B0604020202020204" pitchFamily="34" charset="0"/>
              </a:rPr>
              <a:t>-фреймворк для створення складних додатків. Він слідує принципу "batteries included", надаючи </a:t>
            </a:r>
            <a:r>
              <a:rPr lang="uk-UA" altLang="en-US" sz="2000" dirty="0" err="1">
                <a:solidFill>
                  <a:schemeClr val="tx1"/>
                </a:solidFill>
                <a:latin typeface="Arial" panose="020B0604020202020204" pitchFamily="34" charset="0"/>
              </a:rPr>
              <a:t>         </a:t>
            </a:r>
            <a:r>
              <a:rPr lang="en-US" altLang="en-US" sz="2000" dirty="0" err="1">
                <a:solidFill>
                  <a:schemeClr val="tx1"/>
                </a:solidFill>
                <a:latin typeface="Arial" panose="020B0604020202020204" pitchFamily="34" charset="0"/>
              </a:rPr>
              <a:t>все необхідне: ORM, адмін-панель, форми.</a:t>
            </a:r>
            <a:endParaRPr lang="en-US" altLang="en-US" sz="2000" dirty="0" err="1">
              <a:solidFill>
                <a:schemeClr val="tx1"/>
              </a:solidFill>
              <a:latin typeface="Arial" panose="020B0604020202020204" pitchFamily="34" charset="0"/>
            </a:endParaRPr>
          </a:p>
          <a:p>
            <a:pPr defTabSz="457200">
              <a:spcBef>
                <a:spcPts val="475"/>
              </a:spcBef>
              <a:buClrTx/>
              <a:buSzPct val="80000"/>
              <a:buFontTx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r>
              <a:rPr lang="en-US" altLang="en-US" sz="2000" dirty="0" err="1">
                <a:solidFill>
                  <a:schemeClr val="tx1"/>
                </a:solidFill>
                <a:latin typeface="Arial" panose="020B0604020202020204" pitchFamily="34" charset="0"/>
              </a:rPr>
              <a:t>Ідеальний для CMS, e-commerce, соціальних мереж.   Розроблений для швидкої розробки з фокусом на безпеку.</a:t>
            </a:r>
            <a:endParaRPr lang="en-US" altLang="en-US" sz="2000" dirty="0" err="1">
              <a:solidFill>
                <a:schemeClr val="tx1"/>
              </a:solidFill>
              <a:latin typeface="Arial" panose="020B0604020202020204" pitchFamily="34" charset="0"/>
            </a:endParaRPr>
          </a:p>
          <a:p>
            <a:pPr defTabSz="457200">
              <a:spcBef>
                <a:spcPts val="475"/>
              </a:spcBef>
              <a:buClrTx/>
              <a:buSzPct val="80000"/>
              <a:buFontTx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r>
              <a:rPr lang="en-US" altLang="en-US" sz="2000" dirty="0" err="1">
                <a:solidFill>
                  <a:schemeClr val="tx1"/>
                </a:solidFill>
                <a:latin typeface="Arial" panose="020B0604020202020204" pitchFamily="34" charset="0"/>
              </a:rPr>
              <a:t>Переваги: Вбудовані інструменти, велика спільнота.</a:t>
            </a:r>
            <a:endParaRPr lang="en-US" altLang="en-US" sz="2000" dirty="0" err="1">
              <a:solidFill>
                <a:schemeClr val="tx1"/>
              </a:solidFill>
              <a:latin typeface="Arial" panose="020B0604020202020204" pitchFamily="34" charset="0"/>
            </a:endParaRPr>
          </a:p>
          <a:p>
            <a:pPr defTabSz="457200">
              <a:spcBef>
                <a:spcPts val="475"/>
              </a:spcBef>
              <a:buClrTx/>
              <a:buSzPct val="80000"/>
              <a:buFontTx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r>
              <a:rPr lang="en-US" altLang="en-US" sz="2000" dirty="0" err="1">
                <a:solidFill>
                  <a:schemeClr val="tx1"/>
                </a:solidFill>
                <a:latin typeface="Arial" panose="020B0604020202020204" pitchFamily="34" charset="0"/>
              </a:rPr>
              <a:t>Недоліки: Монолітний, менш гнучкий для мікросервісів.</a:t>
            </a:r>
            <a:endParaRPr lang="en-US" altLang="en-US" sz="2000" dirty="0" err="1">
              <a:solidFill>
                <a:schemeClr val="tx1"/>
              </a:solidFill>
              <a:latin typeface="Arial" panose="020B0604020202020204" pitchFamily="34" charset="0"/>
            </a:endParaRPr>
          </a:p>
          <a:p>
            <a:pPr defTabSz="457200">
              <a:spcBef>
                <a:spcPts val="475"/>
              </a:spcBef>
              <a:buClrTx/>
              <a:buSzPct val="80000"/>
              <a:buFontTx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endParaRPr lang="en-US" altLang="en-US" sz="2000" dirty="0" err="1">
              <a:solidFill>
                <a:schemeClr val="tx1"/>
              </a:solidFill>
              <a:latin typeface="Arial" panose="020B0604020202020204" pitchFamily="34" charset="0"/>
            </a:endParaRPr>
          </a:p>
        </p:txBody>
      </p:sp>
      <p:pic>
        <p:nvPicPr>
          <p:cNvPr id="2" name="Picture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3075" y="3879215"/>
            <a:ext cx="8120380" cy="2930525"/>
          </a:xfrm>
          <a:prstGeom prst="rect">
            <a:avLst/>
          </a:prstGeom>
        </p:spPr>
      </p:pic>
      <p:pic>
        <p:nvPicPr>
          <p:cNvPr id="3" name="Picture 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382260" y="4012565"/>
            <a:ext cx="3648075" cy="2257425"/>
          </a:xfrm>
          <a:prstGeom prst="rect">
            <a:avLst/>
          </a:prstGeom>
        </p:spPr>
      </p:pic>
    </p:spTree>
  </p:cSld>
  <p:clrMapOvr>
    <a:masterClrMapping/>
  </p:clrMapOvr>
  <p:transition spd="med"/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38914" name="Text Box 22528"/>
          <p:cNvSpPr txBox="1"/>
          <p:nvPr/>
        </p:nvSpPr>
        <p:spPr>
          <a:xfrm>
            <a:off x="195263" y="228600"/>
            <a:ext cx="8015287" cy="914400"/>
          </a:xfrm>
          <a:prstGeom prst="rect">
            <a:avLst/>
          </a:prstGeom>
          <a:noFill/>
          <a:ln w="9525">
            <a:noFill/>
          </a:ln>
        </p:spPr>
        <p:txBody>
          <a:bodyPr wrap="square" lIns="91440" tIns="45720" rIns="91440" bIns="45720" anchor="ctr" anchorCtr="0"/>
          <a:p>
            <a:pPr defTabSz="457200">
              <a:buClrTx/>
              <a:buFontTx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r>
              <a:rPr lang="ru-RU" sz="4200" dirty="0" err="1">
                <a:solidFill>
                  <a:srgbClr val="FFFFFF"/>
                </a:solidFill>
                <a:latin typeface="Arial" panose="020B0604020202020204" pitchFamily="34" charset="0"/>
              </a:rPr>
              <a:t>Команди для </a:t>
            </a:r>
            <a:r>
              <a:rPr lang="en-US" sz="4200" dirty="0" err="1">
                <a:solidFill>
                  <a:srgbClr val="FFFFFF"/>
                </a:solidFill>
                <a:latin typeface="Arial" panose="020B0604020202020204" pitchFamily="34" charset="0"/>
              </a:rPr>
              <a:t>VS Code</a:t>
            </a:r>
            <a:endParaRPr lang="en-US" sz="4200" dirty="0" err="1">
              <a:solidFill>
                <a:srgbClr val="FFFFFF"/>
              </a:solidFill>
              <a:latin typeface="Arial" panose="020B0604020202020204" pitchFamily="34" charset="0"/>
            </a:endParaRPr>
          </a:p>
        </p:txBody>
      </p:sp>
      <p:sp>
        <p:nvSpPr>
          <p:cNvPr id="38915" name="Text Box 22529"/>
          <p:cNvSpPr txBox="1"/>
          <p:nvPr/>
        </p:nvSpPr>
        <p:spPr>
          <a:xfrm>
            <a:off x="468630" y="1429385"/>
            <a:ext cx="8135620" cy="4474845"/>
          </a:xfrm>
          <a:prstGeom prst="rect">
            <a:avLst/>
          </a:prstGeom>
          <a:noFill/>
          <a:ln w="9525">
            <a:noFill/>
          </a:ln>
        </p:spPr>
        <p:txBody>
          <a:bodyPr wrap="square" lIns="91440" tIns="45720" rIns="91440" bIns="45720" anchor="t" anchorCtr="0"/>
          <a:p>
            <a:pPr marL="342900" indent="-342900" defTabSz="457200">
              <a:spcBef>
                <a:spcPts val="475"/>
              </a:spcBef>
              <a:buClrTx/>
              <a:buSzPct val="80000"/>
              <a:buFont typeface="Arial" panose="020B0604020202020204" pitchFamily="34" charset="0"/>
              <a:buChar char="•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r>
              <a:rPr lang="en-US" altLang="en-US" sz="2000" dirty="0" err="1">
                <a:solidFill>
                  <a:schemeClr val="tx1"/>
                </a:solidFill>
                <a:latin typeface="Arial" panose="020B0604020202020204" pitchFamily="34" charset="0"/>
              </a:rPr>
              <a:t>Відкрийте термінал у VS Code</a:t>
            </a:r>
            <a:endParaRPr lang="en-US" altLang="en-US" sz="2000" dirty="0" err="1">
              <a:solidFill>
                <a:schemeClr val="tx1"/>
              </a:solidFill>
              <a:latin typeface="Arial" panose="020B0604020202020204" pitchFamily="34" charset="0"/>
            </a:endParaRPr>
          </a:p>
          <a:p>
            <a:pPr marL="342900" indent="-342900" defTabSz="457200">
              <a:spcBef>
                <a:spcPts val="475"/>
              </a:spcBef>
              <a:buClrTx/>
              <a:buSzPct val="80000"/>
              <a:buFont typeface="Arial" panose="020B0604020202020204" pitchFamily="34" charset="0"/>
              <a:buChar char="•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r>
              <a:rPr lang="en-US" altLang="en-US" sz="2000" dirty="0" err="1">
                <a:solidFill>
                  <a:schemeClr val="tx1"/>
                </a:solidFill>
                <a:latin typeface="Arial" panose="020B0604020202020204" pitchFamily="34" charset="0"/>
              </a:rPr>
              <a:t>Створіть папку проєкту (якщо ще немає) і відкрийте її у VS Code</a:t>
            </a:r>
            <a:endParaRPr lang="en-US" altLang="en-US" sz="2000" dirty="0" err="1">
              <a:solidFill>
                <a:schemeClr val="tx1"/>
              </a:solidFill>
              <a:latin typeface="Arial" panose="020B0604020202020204" pitchFamily="34" charset="0"/>
            </a:endParaRPr>
          </a:p>
          <a:p>
            <a:pPr marL="342900" indent="-342900" defTabSz="457200">
              <a:spcBef>
                <a:spcPts val="475"/>
              </a:spcBef>
              <a:buClrTx/>
              <a:buSzPct val="80000"/>
              <a:buFont typeface="Arial" panose="020B0604020202020204" pitchFamily="34" charset="0"/>
              <a:buChar char="•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r>
              <a:rPr lang="en-US" altLang="en-US" sz="2000" dirty="0" err="1">
                <a:solidFill>
                  <a:schemeClr val="tx1"/>
                </a:solidFill>
                <a:latin typeface="Arial" panose="020B0604020202020204" pitchFamily="34" charset="0"/>
              </a:rPr>
              <a:t>Створіть віртуальне середовище </a:t>
            </a:r>
            <a:r>
              <a:rPr lang="en-US" altLang="en-US" sz="2000" b="1" dirty="0" err="1">
                <a:solidFill>
                  <a:schemeClr val="tx1"/>
                </a:solidFill>
                <a:latin typeface="Arial" panose="020B0604020202020204" pitchFamily="34" charset="0"/>
              </a:rPr>
              <a:t>python -m venv .venv</a:t>
            </a:r>
            <a:endParaRPr lang="en-US" altLang="en-US" sz="2000" b="1" dirty="0" err="1">
              <a:solidFill>
                <a:schemeClr val="tx1"/>
              </a:solidFill>
              <a:latin typeface="Arial" panose="020B0604020202020204" pitchFamily="34" charset="0"/>
            </a:endParaRPr>
          </a:p>
          <a:p>
            <a:pPr marL="342900" indent="-342900" defTabSz="457200">
              <a:spcBef>
                <a:spcPts val="475"/>
              </a:spcBef>
              <a:buClrTx/>
              <a:buSzPct val="80000"/>
              <a:buFont typeface="Arial" panose="020B0604020202020204" pitchFamily="34" charset="0"/>
              <a:buChar char="•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r>
              <a:rPr lang="en-US" altLang="en-US" sz="2000" dirty="0" err="1">
                <a:solidFill>
                  <a:schemeClr val="tx1"/>
                </a:solidFill>
                <a:latin typeface="Arial" panose="020B0604020202020204" pitchFamily="34" charset="0"/>
              </a:rPr>
              <a:t>Активуйте середовище</a:t>
            </a:r>
            <a:r>
              <a:rPr lang="uk-UA" altLang="en-US" sz="2000" dirty="0" err="1">
                <a:solidFill>
                  <a:schemeClr val="tx1"/>
                </a:solidFill>
                <a:latin typeface="Arial" panose="020B0604020202020204" pitchFamily="34" charset="0"/>
              </a:rPr>
              <a:t>:</a:t>
            </a:r>
            <a:endParaRPr lang="en-US" altLang="en-US" sz="2000" dirty="0" err="1">
              <a:solidFill>
                <a:schemeClr val="tx1"/>
              </a:solidFill>
              <a:latin typeface="Arial" panose="020B0604020202020204" pitchFamily="34" charset="0"/>
            </a:endParaRPr>
          </a:p>
          <a:p>
            <a:pPr marL="800100" lvl="1" indent="-342900" defTabSz="457200">
              <a:spcBef>
                <a:spcPts val="475"/>
              </a:spcBef>
              <a:buClrTx/>
              <a:buSzPct val="80000"/>
              <a:buFont typeface="Arial" panose="020B0604020202020204" pitchFamily="34" charset="0"/>
              <a:buChar char="•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r>
              <a:rPr lang="en-US" altLang="en-US" sz="2000" dirty="0" err="1">
                <a:solidFill>
                  <a:schemeClr val="tx1"/>
                </a:solidFill>
                <a:latin typeface="Arial" panose="020B0604020202020204" pitchFamily="34" charset="0"/>
              </a:rPr>
              <a:t>Windows: </a:t>
            </a:r>
            <a:r>
              <a:rPr lang="en-US" altLang="en-US" sz="2000" b="1" dirty="0" err="1">
                <a:solidFill>
                  <a:schemeClr val="tx1"/>
                </a:solidFill>
                <a:latin typeface="Arial" panose="020B0604020202020204" pitchFamily="34" charset="0"/>
              </a:rPr>
              <a:t>.venv\Scripts\activate</a:t>
            </a:r>
            <a:endParaRPr lang="en-US" altLang="en-US" sz="2000" dirty="0" err="1">
              <a:solidFill>
                <a:schemeClr val="tx1"/>
              </a:solidFill>
              <a:latin typeface="Arial" panose="020B0604020202020204" pitchFamily="34" charset="0"/>
            </a:endParaRPr>
          </a:p>
          <a:p>
            <a:pPr marL="800100" lvl="1" indent="-342900" defTabSz="457200">
              <a:spcBef>
                <a:spcPts val="475"/>
              </a:spcBef>
              <a:buClrTx/>
              <a:buSzPct val="80000"/>
              <a:buFont typeface="Arial" panose="020B0604020202020204" pitchFamily="34" charset="0"/>
              <a:buChar char="•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r>
              <a:rPr lang="en-US" altLang="en-US" sz="2000" dirty="0" err="1">
                <a:solidFill>
                  <a:schemeClr val="tx1"/>
                </a:solidFill>
                <a:latin typeface="Arial" panose="020B0604020202020204" pitchFamily="34" charset="0"/>
              </a:rPr>
              <a:t>Mac/Linux: </a:t>
            </a:r>
            <a:r>
              <a:rPr lang="en-US" altLang="en-US" sz="2000" b="1" dirty="0" err="1">
                <a:solidFill>
                  <a:schemeClr val="tx1"/>
                </a:solidFill>
                <a:latin typeface="Arial" panose="020B0604020202020204" pitchFamily="34" charset="0"/>
              </a:rPr>
              <a:t>source .venv/bin/activate</a:t>
            </a:r>
            <a:endParaRPr lang="en-US" altLang="en-US" sz="2000" dirty="0" err="1">
              <a:solidFill>
                <a:schemeClr val="tx1"/>
              </a:solidFill>
              <a:latin typeface="Arial" panose="020B0604020202020204" pitchFamily="34" charset="0"/>
            </a:endParaRPr>
          </a:p>
          <a:p>
            <a:pPr marL="342900" indent="-342900" defTabSz="457200">
              <a:spcBef>
                <a:spcPts val="475"/>
              </a:spcBef>
              <a:buClrTx/>
              <a:buSzPct val="80000"/>
              <a:buFont typeface="Arial" panose="020B0604020202020204" pitchFamily="34" charset="0"/>
              <a:buChar char="•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r>
              <a:rPr lang="en-US" altLang="en-US" sz="2000" dirty="0" err="1">
                <a:solidFill>
                  <a:schemeClr val="tx1"/>
                </a:solidFill>
                <a:latin typeface="Arial" panose="020B0604020202020204" pitchFamily="34" charset="0"/>
              </a:rPr>
              <a:t>Встановіть Django: </a:t>
            </a:r>
            <a:r>
              <a:rPr lang="en-US" altLang="en-US" sz="2000" b="1" dirty="0" err="1">
                <a:solidFill>
                  <a:schemeClr val="tx1"/>
                </a:solidFill>
                <a:latin typeface="Arial" panose="020B0604020202020204" pitchFamily="34" charset="0"/>
              </a:rPr>
              <a:t>pip install django</a:t>
            </a:r>
            <a:endParaRPr lang="en-US" altLang="en-US" sz="2000" b="1" dirty="0" err="1">
              <a:solidFill>
                <a:schemeClr val="tx1"/>
              </a:solidFill>
              <a:latin typeface="Arial" panose="020B0604020202020204" pitchFamily="34" charset="0"/>
            </a:endParaRPr>
          </a:p>
          <a:p>
            <a:pPr marL="342900" indent="-342900" defTabSz="457200">
              <a:spcBef>
                <a:spcPts val="475"/>
              </a:spcBef>
              <a:buClrTx/>
              <a:buSzPct val="80000"/>
              <a:buFont typeface="Arial" panose="020B0604020202020204" pitchFamily="34" charset="0"/>
              <a:buChar char="•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r>
              <a:rPr lang="en-US" altLang="en-US" sz="2000" dirty="0" err="1">
                <a:solidFill>
                  <a:schemeClr val="tx1"/>
                </a:solidFill>
                <a:latin typeface="Arial" panose="020B0604020202020204" pitchFamily="34" charset="0"/>
              </a:rPr>
              <a:t>Створіть проєкт (з крапкою </a:t>
            </a:r>
            <a:r>
              <a:rPr lang="uk-UA" altLang="en-US" sz="2000" dirty="0" err="1">
                <a:solidFill>
                  <a:schemeClr val="tx1"/>
                </a:solidFill>
                <a:latin typeface="Arial" panose="020B0604020202020204" pitchFamily="34" charset="0"/>
              </a:rPr>
              <a:t>означає </a:t>
            </a:r>
            <a:r>
              <a:rPr lang="en-US" altLang="en-US" sz="2000" dirty="0" err="1">
                <a:solidFill>
                  <a:schemeClr val="tx1"/>
                </a:solidFill>
                <a:latin typeface="Arial" panose="020B0604020202020204" pitchFamily="34" charset="0"/>
              </a:rPr>
              <a:t>— без зайвої вкладеної папки)</a:t>
            </a:r>
            <a:r>
              <a:rPr lang="uk-UA" altLang="en-US" sz="2000" dirty="0" err="1">
                <a:solidFill>
                  <a:schemeClr val="tx1"/>
                </a:solidFill>
                <a:latin typeface="Arial" panose="020B0604020202020204" pitchFamily="34" charset="0"/>
              </a:rPr>
              <a:t>: </a:t>
            </a:r>
            <a:r>
              <a:rPr lang="en-US" altLang="en-US" sz="2000" b="1" dirty="0" err="1">
                <a:solidFill>
                  <a:schemeClr val="tx1"/>
                </a:solidFill>
                <a:latin typeface="Arial" panose="020B0604020202020204" pitchFamily="34" charset="0"/>
                <a:hlinkClick r:id="rId1" action="ppaction://hlinkfile"/>
              </a:rPr>
              <a:t>django-admin</a:t>
            </a:r>
            <a:r>
              <a:rPr lang="en-US" altLang="en-US" sz="2000" b="1" dirty="0" err="1">
                <a:solidFill>
                  <a:schemeClr val="tx1"/>
                </a:solidFill>
                <a:latin typeface="Arial" panose="020B0604020202020204" pitchFamily="34" charset="0"/>
              </a:rPr>
              <a:t> startproject mysite .</a:t>
            </a:r>
            <a:endParaRPr lang="en-US" altLang="en-US" sz="2000" dirty="0" err="1">
              <a:solidFill>
                <a:schemeClr val="tx1"/>
              </a:solidFill>
              <a:latin typeface="Arial" panose="020B0604020202020204" pitchFamily="34" charset="0"/>
            </a:endParaRPr>
          </a:p>
          <a:p>
            <a:pPr marL="342900" indent="-342900" defTabSz="457200">
              <a:spcBef>
                <a:spcPts val="475"/>
              </a:spcBef>
              <a:buClrTx/>
              <a:buSzPct val="80000"/>
              <a:buFont typeface="Arial" panose="020B0604020202020204" pitchFamily="34" charset="0"/>
              <a:buChar char="•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r>
              <a:rPr lang="en-US" altLang="en-US" sz="2000" dirty="0" err="1">
                <a:solidFill>
                  <a:schemeClr val="tx1"/>
                </a:solidFill>
                <a:latin typeface="Arial" panose="020B0604020202020204" pitchFamily="34" charset="0"/>
              </a:rPr>
              <a:t>Перевірте, що </a:t>
            </a:r>
            <a:r>
              <a:rPr lang="uk-UA" altLang="en-US" sz="2000" dirty="0" err="1">
                <a:solidFill>
                  <a:schemeClr val="tx1"/>
                </a:solidFill>
                <a:latin typeface="Arial" panose="020B0604020202020204" pitchFamily="34" charset="0"/>
              </a:rPr>
              <a:t>все </a:t>
            </a:r>
            <a:r>
              <a:rPr lang="en-US" altLang="en-US" sz="2000" dirty="0" err="1">
                <a:solidFill>
                  <a:schemeClr val="tx1"/>
                </a:solidFill>
                <a:latin typeface="Arial" panose="020B0604020202020204" pitchFamily="34" charset="0"/>
              </a:rPr>
              <a:t>працює</a:t>
            </a:r>
            <a:r>
              <a:rPr lang="uk-UA" altLang="en-US" sz="2000" dirty="0" err="1">
                <a:solidFill>
                  <a:schemeClr val="tx1"/>
                </a:solidFill>
                <a:latin typeface="Arial" panose="020B0604020202020204" pitchFamily="34" charset="0"/>
              </a:rPr>
              <a:t>: </a:t>
            </a:r>
            <a:r>
              <a:rPr lang="en-US" altLang="en-US" sz="2000" b="1" dirty="0" err="1">
                <a:solidFill>
                  <a:schemeClr val="tx1"/>
                </a:solidFill>
                <a:latin typeface="Arial" panose="020B0604020202020204" pitchFamily="34" charset="0"/>
              </a:rPr>
              <a:t>python manage.py runserver</a:t>
            </a:r>
            <a:endParaRPr lang="en-US" altLang="en-US" sz="2000" dirty="0" err="1">
              <a:solidFill>
                <a:schemeClr val="tx1"/>
              </a:solidFill>
              <a:latin typeface="Arial" panose="020B0604020202020204" pitchFamily="34" charset="0"/>
            </a:endParaRPr>
          </a:p>
          <a:p>
            <a:pPr marL="342900" indent="-342900" defTabSz="457200">
              <a:spcBef>
                <a:spcPts val="475"/>
              </a:spcBef>
              <a:buClrTx/>
              <a:buSzPct val="80000"/>
              <a:buFont typeface="Arial" panose="020B0604020202020204" pitchFamily="34" charset="0"/>
              <a:buChar char="•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r>
              <a:rPr lang="en-US" altLang="en-US" sz="2000" dirty="0" err="1">
                <a:solidFill>
                  <a:schemeClr val="tx1"/>
                </a:solidFill>
                <a:latin typeface="Arial" panose="020B0604020202020204" pitchFamily="34" charset="0"/>
              </a:rPr>
              <a:t>Відкрийте у браузері:</a:t>
            </a:r>
            <a:r>
              <a:rPr lang="uk-UA" altLang="en-US" sz="2000" dirty="0" err="1">
                <a:solidFill>
                  <a:schemeClr val="tx1"/>
                </a:solidFill>
                <a:latin typeface="Arial" panose="020B0604020202020204" pitchFamily="34" charset="0"/>
              </a:rPr>
              <a:t> </a:t>
            </a:r>
            <a:r>
              <a:rPr lang="en-US" altLang="en-US" sz="2000" b="1" dirty="0" err="1">
                <a:solidFill>
                  <a:schemeClr val="tx1"/>
                </a:solidFill>
                <a:latin typeface="Arial" panose="020B0604020202020204" pitchFamily="34" charset="0"/>
              </a:rPr>
              <a:t>http://127.0.0.1:8000/</a:t>
            </a:r>
            <a:endParaRPr lang="en-US" altLang="en-US" sz="2000" b="1" dirty="0" err="1">
              <a:solidFill>
                <a:schemeClr val="tx1"/>
              </a:solidFill>
              <a:latin typeface="Arial" panose="020B0604020202020204" pitchFamily="34" charset="0"/>
            </a:endParaRPr>
          </a:p>
          <a:p>
            <a:pPr algn="ctr" defTabSz="457200">
              <a:spcBef>
                <a:spcPts val="475"/>
              </a:spcBef>
              <a:buClrTx/>
              <a:buSzPct val="80000"/>
              <a:buFont typeface="Arial" panose="020B0604020202020204" pitchFamily="34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r>
              <a:rPr lang="en-US" altLang="en-US" sz="2400" b="1" dirty="0" err="1">
                <a:solidFill>
                  <a:schemeClr val="tx1"/>
                </a:solidFill>
                <a:highlight>
                  <a:srgbClr val="FFFF00"/>
                </a:highlight>
                <a:latin typeface="Arial" panose="020B0604020202020204" pitchFamily="34" charset="0"/>
                <a:hlinkClick r:id="rId2" tooltip="" action="ppaction://hlinkfile"/>
              </a:rPr>
              <a:t>https://gist.github.com/sunmeat/073b7404274736d9b668161f2d38aa35</a:t>
            </a:r>
            <a:endParaRPr lang="en-US" altLang="en-US" sz="2400" b="1" dirty="0" err="1">
              <a:solidFill>
                <a:schemeClr val="tx1"/>
              </a:solidFill>
              <a:highlight>
                <a:srgbClr val="FFFF00"/>
              </a:highlight>
              <a:latin typeface="Arial" panose="020B0604020202020204" pitchFamily="34" charset="0"/>
              <a:hlinkClick r:id="rId2" tooltip="" action="ppaction://hlinkfile"/>
            </a:endParaRPr>
          </a:p>
        </p:txBody>
      </p:sp>
    </p:spTree>
  </p:cSld>
  <p:clrMapOvr>
    <a:masterClrMapping/>
  </p:clrMapOvr>
  <p:transition spd="med"/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38914" name="Text Box 22528"/>
          <p:cNvSpPr txBox="1"/>
          <p:nvPr/>
        </p:nvSpPr>
        <p:spPr>
          <a:xfrm>
            <a:off x="195580" y="228600"/>
            <a:ext cx="8347075" cy="914400"/>
          </a:xfrm>
          <a:prstGeom prst="rect">
            <a:avLst/>
          </a:prstGeom>
          <a:noFill/>
          <a:ln w="9525">
            <a:noFill/>
          </a:ln>
        </p:spPr>
        <p:txBody>
          <a:bodyPr wrap="square" lIns="91440" tIns="45720" rIns="91440" bIns="45720" anchor="ctr" anchorCtr="0"/>
          <a:p>
            <a:pPr defTabSz="457200">
              <a:buClrTx/>
              <a:buFontTx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r>
              <a:rPr lang="uk-UA" altLang="ru-RU" sz="4200" dirty="0" err="1">
                <a:solidFill>
                  <a:srgbClr val="FFFFFF"/>
                </a:solidFill>
                <a:latin typeface="Arial" panose="020B0604020202020204" pitchFamily="34" charset="0"/>
              </a:rPr>
              <a:t>Результати та коментарі по коду</a:t>
            </a:r>
            <a:endParaRPr lang="uk-UA" altLang="ru-RU" sz="4200" dirty="0" err="1">
              <a:solidFill>
                <a:srgbClr val="FFFFFF"/>
              </a:solidFill>
              <a:latin typeface="Arial" panose="020B0604020202020204" pitchFamily="34" charset="0"/>
            </a:endParaRPr>
          </a:p>
        </p:txBody>
      </p:sp>
      <p:sp>
        <p:nvSpPr>
          <p:cNvPr id="38915" name="Text Box 22529"/>
          <p:cNvSpPr txBox="1"/>
          <p:nvPr/>
        </p:nvSpPr>
        <p:spPr>
          <a:xfrm>
            <a:off x="468630" y="1429385"/>
            <a:ext cx="8135620" cy="4474845"/>
          </a:xfrm>
          <a:prstGeom prst="rect">
            <a:avLst/>
          </a:prstGeom>
          <a:noFill/>
          <a:ln w="9525">
            <a:noFill/>
          </a:ln>
        </p:spPr>
        <p:txBody>
          <a:bodyPr wrap="square" lIns="91440" tIns="45720" rIns="91440" bIns="45720" anchor="t" anchorCtr="0"/>
          <a:p>
            <a:pPr algn="ctr" defTabSz="457200">
              <a:spcBef>
                <a:spcPts val="475"/>
              </a:spcBef>
              <a:buClrTx/>
              <a:buSzPct val="80000"/>
              <a:buFontTx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r>
              <a:rPr lang="en-US" altLang="en-US" sz="2700" b="1" dirty="0" err="1">
                <a:solidFill>
                  <a:schemeClr val="tx1"/>
                </a:solidFill>
                <a:latin typeface="Arial" panose="020B0604020202020204" pitchFamily="34" charset="0"/>
                <a:hlinkClick r:id="rId1" action="ppaction://hlinkfile"/>
              </a:rPr>
              <a:t>https://github.com/sunmeat/DjangoWebProject1</a:t>
            </a:r>
            <a:endParaRPr lang="en-US" altLang="en-US" sz="2700" b="1" dirty="0" err="1">
              <a:solidFill>
                <a:schemeClr val="tx1"/>
              </a:solidFill>
              <a:latin typeface="Arial" panose="020B0604020202020204" pitchFamily="34" charset="0"/>
              <a:hlinkClick r:id="rId1" action="ppaction://hlinkfile"/>
            </a:endParaRPr>
          </a:p>
        </p:txBody>
      </p:sp>
      <p:pic>
        <p:nvPicPr>
          <p:cNvPr id="2" name="Picture 1" descr="Screenshot 2026-02-23 15132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2035810"/>
            <a:ext cx="9144000" cy="4831080"/>
          </a:xfrm>
          <a:prstGeom prst="rect">
            <a:avLst/>
          </a:prstGeom>
        </p:spPr>
      </p:pic>
    </p:spTree>
  </p:cSld>
  <p:clrMapOvr>
    <a:masterClrMapping/>
  </p:clrMapOvr>
  <p:transition spd="med"/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38914" name="Text Box 22528"/>
          <p:cNvSpPr txBox="1"/>
          <p:nvPr/>
        </p:nvSpPr>
        <p:spPr>
          <a:xfrm>
            <a:off x="195263" y="228600"/>
            <a:ext cx="8015287" cy="914400"/>
          </a:xfrm>
          <a:prstGeom prst="rect">
            <a:avLst/>
          </a:prstGeom>
          <a:noFill/>
          <a:ln w="9525">
            <a:noFill/>
          </a:ln>
        </p:spPr>
        <p:txBody>
          <a:bodyPr wrap="square" lIns="91440" tIns="45720" rIns="91440" bIns="45720" anchor="ctr" anchorCtr="0"/>
          <a:p>
            <a:pPr defTabSz="457200">
              <a:buClrTx/>
              <a:buFontTx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r>
              <a:rPr lang="uk-UA" altLang="ru-RU" sz="4200" dirty="0" err="1">
                <a:solidFill>
                  <a:srgbClr val="FFFFFF"/>
                </a:solidFill>
                <a:latin typeface="Arial" panose="020B0604020202020204" pitchFamily="34" charset="0"/>
              </a:rPr>
              <a:t>Чому така назва, </a:t>
            </a:r>
            <a:r>
              <a:rPr lang="en-US" altLang="ru-RU" sz="4200" dirty="0" err="1">
                <a:solidFill>
                  <a:srgbClr val="FFFFFF"/>
                </a:solidFill>
                <a:latin typeface="Arial" panose="020B0604020202020204" pitchFamily="34" charset="0"/>
              </a:rPr>
              <a:t>Django?</a:t>
            </a:r>
            <a:endParaRPr lang="en-US" altLang="ru-RU" sz="4200" dirty="0" err="1">
              <a:solidFill>
                <a:srgbClr val="FFFFFF"/>
              </a:solidFill>
              <a:latin typeface="Arial" panose="020B0604020202020204" pitchFamily="34" charset="0"/>
            </a:endParaRPr>
          </a:p>
        </p:txBody>
      </p:sp>
      <p:sp>
        <p:nvSpPr>
          <p:cNvPr id="38915" name="Text Box 22529"/>
          <p:cNvSpPr txBox="1"/>
          <p:nvPr/>
        </p:nvSpPr>
        <p:spPr>
          <a:xfrm>
            <a:off x="468630" y="1429385"/>
            <a:ext cx="8135620" cy="4474845"/>
          </a:xfrm>
          <a:prstGeom prst="rect">
            <a:avLst/>
          </a:prstGeom>
          <a:noFill/>
          <a:ln w="9525">
            <a:noFill/>
          </a:ln>
        </p:spPr>
        <p:txBody>
          <a:bodyPr wrap="square" lIns="91440" tIns="45720" rIns="91440" bIns="45720" anchor="t" anchorCtr="0"/>
          <a:p>
            <a:pPr defTabSz="457200">
              <a:spcBef>
                <a:spcPts val="475"/>
              </a:spcBef>
              <a:buClrTx/>
              <a:buSzPct val="80000"/>
              <a:buFontTx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r>
              <a:rPr lang="en-US" altLang="en-US" sz="1300" dirty="0" err="1">
                <a:solidFill>
                  <a:schemeClr val="tx1"/>
                </a:solidFill>
                <a:latin typeface="Arial" panose="020B0604020202020204" pitchFamily="34" charset="0"/>
                <a:hlinkClick r:id="rId1" action="ppaction://hlinkfile"/>
              </a:rPr>
              <a:t>Адріан Головатий</a:t>
            </a:r>
            <a:r>
              <a:rPr lang="en-US" altLang="en-US" sz="1300" dirty="0" err="1">
                <a:solidFill>
                  <a:schemeClr val="tx1"/>
                </a:solidFill>
                <a:latin typeface="Arial" panose="020B0604020202020204" pitchFamily="34" charset="0"/>
              </a:rPr>
              <a:t> (Adrian Holovaty) та </a:t>
            </a:r>
            <a:r>
              <a:rPr lang="en-US" altLang="en-US" sz="1300" dirty="0" err="1">
                <a:solidFill>
                  <a:schemeClr val="tx1"/>
                </a:solidFill>
                <a:latin typeface="Arial" panose="020B0604020202020204" pitchFamily="34" charset="0"/>
                <a:hlinkClick r:id="rId2" action="ppaction://hlinkfile"/>
              </a:rPr>
              <a:t>Саймон Віллісон</a:t>
            </a:r>
            <a:r>
              <a:rPr lang="en-US" altLang="en-US" sz="1300" dirty="0" err="1">
                <a:solidFill>
                  <a:schemeClr val="tx1"/>
                </a:solidFill>
                <a:latin typeface="Arial" panose="020B0604020202020204" pitchFamily="34" charset="0"/>
              </a:rPr>
              <a:t> (Simon Willison) — вирішили назвати фреймворк </a:t>
            </a:r>
            <a:r>
              <a:rPr lang="en-US" altLang="en-US" sz="1300" b="1" dirty="0" err="1">
                <a:solidFill>
                  <a:schemeClr val="tx1"/>
                </a:solidFill>
                <a:latin typeface="Arial" panose="020B0604020202020204" pitchFamily="34" charset="0"/>
              </a:rPr>
              <a:t>на честь легендарного джазового гітариста </a:t>
            </a:r>
            <a:r>
              <a:rPr lang="en-US" altLang="en-US" sz="1300" b="1" dirty="0" err="1">
                <a:solidFill>
                  <a:schemeClr val="tx1"/>
                </a:solidFill>
                <a:latin typeface="Arial" panose="020B0604020202020204" pitchFamily="34" charset="0"/>
                <a:hlinkClick r:id="rId3" action="ppaction://hlinkfile"/>
              </a:rPr>
              <a:t>Django Reinhardt</a:t>
            </a:r>
            <a:r>
              <a:rPr lang="en-US" altLang="en-US" sz="1300" b="1" dirty="0" err="1">
                <a:solidFill>
                  <a:schemeClr val="tx1"/>
                </a:solidFill>
                <a:latin typeface="Arial" panose="020B0604020202020204" pitchFamily="34" charset="0"/>
              </a:rPr>
              <a:t> (Джанго Рейнхардт).</a:t>
            </a:r>
            <a:endParaRPr lang="en-US" altLang="en-US" sz="1300" dirty="0" err="1">
              <a:solidFill>
                <a:schemeClr val="tx1"/>
              </a:solidFill>
              <a:latin typeface="Arial" panose="020B0604020202020204" pitchFamily="34" charset="0"/>
            </a:endParaRPr>
          </a:p>
          <a:p>
            <a:pPr defTabSz="457200">
              <a:spcBef>
                <a:spcPts val="475"/>
              </a:spcBef>
              <a:buClrTx/>
              <a:buSzPct val="80000"/>
              <a:buFontTx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endParaRPr lang="en-US" altLang="en-US" sz="1300" dirty="0" err="1">
              <a:solidFill>
                <a:schemeClr val="tx1"/>
              </a:solidFill>
              <a:latin typeface="Arial" panose="020B0604020202020204" pitchFamily="34" charset="0"/>
            </a:endParaRPr>
          </a:p>
          <a:p>
            <a:pPr defTabSz="457200">
              <a:spcBef>
                <a:spcPts val="475"/>
              </a:spcBef>
              <a:buClrTx/>
              <a:buSzPct val="80000"/>
              <a:buFontTx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r>
              <a:rPr lang="en-US" altLang="en-US" sz="1300" dirty="0" err="1">
                <a:solidFill>
                  <a:schemeClr val="tx1"/>
                </a:solidFill>
                <a:latin typeface="Arial" panose="020B0604020202020204" pitchFamily="34" charset="0"/>
              </a:rPr>
              <a:t>Адріан Головатий — великий фанат джазу, зокрема gypsy jazz (або jazz manouche) — стилю,           який фактично винайшов Django Reinhardt у 1930–1940-х роках.</a:t>
            </a:r>
            <a:endParaRPr lang="en-US" altLang="en-US" sz="1300" dirty="0" err="1">
              <a:solidFill>
                <a:schemeClr val="tx1"/>
              </a:solidFill>
              <a:latin typeface="Arial" panose="020B0604020202020204" pitchFamily="34" charset="0"/>
            </a:endParaRPr>
          </a:p>
          <a:p>
            <a:pPr defTabSz="457200">
              <a:spcBef>
                <a:spcPts val="475"/>
              </a:spcBef>
              <a:buClrTx/>
              <a:buSzPct val="80000"/>
              <a:buFontTx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r>
              <a:rPr lang="en-US" altLang="en-US" sz="1300" dirty="0" err="1">
                <a:solidFill>
                  <a:schemeClr val="tx1"/>
                </a:solidFill>
                <a:latin typeface="Arial" panose="020B0604020202020204" pitchFamily="34" charset="0"/>
              </a:rPr>
              <a:t>Reinhardt був віртуозним гітаристом, який грав блискуче навіть після важкої травми: у нього обгоріли пальці на лівій руці (він міг використовувати тільки два пальці + великий), але це не завадило йому стати одним з найкращих джазових гітаристів усіх часів.</a:t>
            </a:r>
            <a:endParaRPr lang="en-US" altLang="en-US" sz="1300" dirty="0" err="1">
              <a:solidFill>
                <a:schemeClr val="tx1"/>
              </a:solidFill>
              <a:latin typeface="Arial" panose="020B0604020202020204" pitchFamily="34" charset="0"/>
            </a:endParaRPr>
          </a:p>
          <a:p>
            <a:pPr defTabSz="457200">
              <a:spcBef>
                <a:spcPts val="475"/>
              </a:spcBef>
              <a:buClrTx/>
              <a:buSzPct val="80000"/>
              <a:buFontTx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r>
              <a:rPr lang="en-US" altLang="en-US" sz="1300" dirty="0" err="1">
                <a:solidFill>
                  <a:schemeClr val="tx1"/>
                </a:solidFill>
                <a:latin typeface="Arial" panose="020B0604020202020204" pitchFamily="34" charset="0"/>
              </a:rPr>
              <a:t>Адріан сам грає на гітарі в цьому стилі, тому для нього це був ідеальний символ: креативність + майстерність + подолання обмежень + швидкість і краса виконання — саме те, що вони хотіли втілити у своєму фреймворку.</a:t>
            </a:r>
            <a:endParaRPr lang="en-US" altLang="en-US" sz="1300" dirty="0" err="1">
              <a:solidFill>
                <a:schemeClr val="tx1"/>
              </a:solidFill>
              <a:latin typeface="Arial" panose="020B0604020202020204" pitchFamily="34" charset="0"/>
            </a:endParaRPr>
          </a:p>
          <a:p>
            <a:pPr defTabSz="457200">
              <a:spcBef>
                <a:spcPts val="475"/>
              </a:spcBef>
              <a:buClrTx/>
              <a:buSzPct val="80000"/>
              <a:buFontTx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r>
              <a:rPr lang="en-US" altLang="en-US" sz="1300" dirty="0" err="1">
                <a:solidFill>
                  <a:schemeClr val="tx1"/>
                </a:solidFill>
                <a:latin typeface="Arial" panose="020B0604020202020204" pitchFamily="34" charset="0"/>
              </a:rPr>
              <a:t>Коли в 2003–2005 роках вони створювали проєкт (спочатку для газети), шукали круту, запам'ятовувану назву. "Django" звучало стильно, незвично, легко вимовлялося — і мало цей музичний вайб.</a:t>
            </a:r>
            <a:endParaRPr lang="en-US" altLang="en-US" sz="1300" dirty="0" err="1">
              <a:solidFill>
                <a:schemeClr val="tx1"/>
              </a:solidFill>
              <a:latin typeface="Arial" panose="020B0604020202020204" pitchFamily="34" charset="0"/>
            </a:endParaRPr>
          </a:p>
          <a:p>
            <a:pPr defTabSz="457200">
              <a:spcBef>
                <a:spcPts val="475"/>
              </a:spcBef>
              <a:buClrTx/>
              <a:buSzPct val="80000"/>
              <a:buFontTx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r>
              <a:rPr lang="en-US" altLang="en-US" sz="1300" dirty="0" err="1">
                <a:solidFill>
                  <a:schemeClr val="tx1"/>
                </a:solidFill>
                <a:latin typeface="Arial" panose="020B0604020202020204" pitchFamily="34" charset="0"/>
              </a:rPr>
              <a:t>Офіційна відповідь з документації Django (FAQ):</a:t>
            </a:r>
            <a:endParaRPr lang="en-US" altLang="en-US" sz="1300" dirty="0" err="1">
              <a:solidFill>
                <a:schemeClr val="tx1"/>
              </a:solidFill>
              <a:latin typeface="Arial" panose="020B0604020202020204" pitchFamily="34" charset="0"/>
            </a:endParaRPr>
          </a:p>
          <a:p>
            <a:pPr lvl="1" defTabSz="457200">
              <a:spcBef>
                <a:spcPts val="475"/>
              </a:spcBef>
              <a:buClrTx/>
              <a:buSzPct val="80000"/>
              <a:buFontTx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r>
              <a:rPr lang="en-US" altLang="en-US" sz="1300" b="1" dirty="0" err="1">
                <a:solidFill>
                  <a:schemeClr val="tx1"/>
                </a:solidFill>
                <a:latin typeface="Arial" panose="020B0604020202020204" pitchFamily="34" charset="0"/>
              </a:rPr>
              <a:t>Django названий на честь Django Reinhardt, джазового гітариста 1930–1950-х років.  Донині він вважається одним з найкращих гітаристів усіх часів.</a:t>
            </a:r>
            <a:endParaRPr lang="en-US" altLang="en-US" sz="1300" b="1" dirty="0" err="1">
              <a:solidFill>
                <a:schemeClr val="tx1"/>
              </a:solidFill>
              <a:latin typeface="Arial" panose="020B0604020202020204" pitchFamily="34" charset="0"/>
            </a:endParaRPr>
          </a:p>
          <a:p>
            <a:pPr defTabSz="457200">
              <a:spcBef>
                <a:spcPts val="475"/>
              </a:spcBef>
              <a:buClrTx/>
              <a:buSzPct val="80000"/>
              <a:buFontTx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r>
              <a:rPr lang="en-US" altLang="en-US" sz="1300" dirty="0" err="1">
                <a:solidFill>
                  <a:schemeClr val="tx1"/>
                </a:solidFill>
                <a:latin typeface="Arial" panose="020B0604020202020204" pitchFamily="34" charset="0"/>
              </a:rPr>
              <a:t>Слоган фреймворку теж грає на цьому:</a:t>
            </a:r>
            <a:endParaRPr lang="en-US" altLang="en-US" sz="1300" dirty="0" err="1">
              <a:solidFill>
                <a:schemeClr val="tx1"/>
              </a:solidFill>
              <a:latin typeface="Arial" panose="020B0604020202020204" pitchFamily="34" charset="0"/>
            </a:endParaRPr>
          </a:p>
          <a:p>
            <a:pPr defTabSz="457200">
              <a:spcBef>
                <a:spcPts val="475"/>
              </a:spcBef>
              <a:buClrTx/>
              <a:buSzPct val="80000"/>
              <a:buFontTx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r>
              <a:rPr lang="en-US" altLang="en-US" sz="1300" b="1" dirty="0" err="1">
                <a:solidFill>
                  <a:schemeClr val="tx1"/>
                </a:solidFill>
                <a:latin typeface="Arial" panose="020B0604020202020204" pitchFamily="34" charset="0"/>
              </a:rPr>
              <a:t>"The web framework for perfectionists with deadlines"</a:t>
            </a:r>
            <a:r>
              <a:rPr lang="en-US" altLang="en-US" sz="1300" dirty="0" err="1">
                <a:solidFill>
                  <a:schemeClr val="tx1"/>
                </a:solidFill>
                <a:latin typeface="Arial" panose="020B0604020202020204" pitchFamily="34" charset="0"/>
              </a:rPr>
              <a:t> — як джазовий імпровізатор,                        який грає ідеально навіть під тиском.</a:t>
            </a:r>
            <a:endParaRPr lang="en-US" altLang="en-US" sz="1300" dirty="0" err="1">
              <a:solidFill>
                <a:schemeClr val="tx1"/>
              </a:solidFill>
              <a:latin typeface="Arial" panose="020B0604020202020204" pitchFamily="34" charset="0"/>
            </a:endParaRPr>
          </a:p>
        </p:txBody>
      </p:sp>
    </p:spTree>
  </p:cSld>
  <p:clrMapOvr>
    <a:masterClrMapping/>
  </p:clrMapOvr>
  <p:transition spd="med"/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38914" name="Text Box 22528"/>
          <p:cNvSpPr txBox="1"/>
          <p:nvPr/>
        </p:nvSpPr>
        <p:spPr>
          <a:xfrm>
            <a:off x="195263" y="228600"/>
            <a:ext cx="8015287" cy="914400"/>
          </a:xfrm>
          <a:prstGeom prst="rect">
            <a:avLst/>
          </a:prstGeom>
          <a:noFill/>
          <a:ln w="9525">
            <a:noFill/>
          </a:ln>
        </p:spPr>
        <p:txBody>
          <a:bodyPr wrap="square" lIns="91440" tIns="45720" rIns="91440" bIns="45720" anchor="ctr" anchorCtr="0"/>
          <a:p>
            <a:pPr defTabSz="457200">
              <a:buClrTx/>
              <a:buFontTx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r>
              <a:rPr lang="uk-UA" sz="4200" dirty="0" err="1">
                <a:solidFill>
                  <a:srgbClr val="FFFFFF"/>
                </a:solidFill>
                <a:latin typeface="Arial" panose="020B0604020202020204" pitchFamily="34" charset="0"/>
              </a:rPr>
              <a:t>Додавання розділів</a:t>
            </a:r>
            <a:r>
              <a:rPr lang="en-US" altLang="uk-UA" sz="4200" dirty="0" err="1">
                <a:solidFill>
                  <a:srgbClr val="FFFFFF"/>
                </a:solidFill>
                <a:latin typeface="Arial" panose="020B0604020202020204" pitchFamily="34" charset="0"/>
              </a:rPr>
              <a:t> (urls.py)</a:t>
            </a:r>
            <a:endParaRPr lang="en-US" altLang="uk-UA" sz="4200" dirty="0" err="1">
              <a:solidFill>
                <a:srgbClr val="FFFFFF"/>
              </a:solidFill>
              <a:latin typeface="Arial" panose="020B0604020202020204" pitchFamily="34" charset="0"/>
            </a:endParaRPr>
          </a:p>
        </p:txBody>
      </p:sp>
      <p:sp>
        <p:nvSpPr>
          <p:cNvPr id="38915" name="Text Box 22529"/>
          <p:cNvSpPr txBox="1"/>
          <p:nvPr/>
        </p:nvSpPr>
        <p:spPr>
          <a:xfrm>
            <a:off x="468630" y="5367655"/>
            <a:ext cx="8135620" cy="936625"/>
          </a:xfrm>
          <a:prstGeom prst="rect">
            <a:avLst/>
          </a:prstGeom>
          <a:noFill/>
          <a:ln w="9525">
            <a:noFill/>
          </a:ln>
        </p:spPr>
        <p:txBody>
          <a:bodyPr wrap="square" lIns="91440" tIns="45720" rIns="91440" bIns="45720" anchor="t" anchorCtr="0"/>
          <a:p>
            <a:pPr algn="ctr" defTabSz="457200">
              <a:spcBef>
                <a:spcPts val="475"/>
              </a:spcBef>
              <a:buClrTx/>
              <a:buSzPct val="80000"/>
              <a:buFontTx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r>
              <a:rPr lang="en-US" altLang="en-US" sz="2500" b="1" dirty="0" err="1">
                <a:solidFill>
                  <a:schemeClr val="tx1"/>
                </a:solidFill>
                <a:latin typeface="Arial" panose="020B0604020202020204" pitchFamily="34" charset="0"/>
                <a:hlinkClick r:id="rId1" tooltip="" action="ppaction://hlinkfile"/>
              </a:rPr>
              <a:t>https://gist.github.com/sunmeat/af8afaa50de9c0f114e38ae204271437</a:t>
            </a:r>
            <a:endParaRPr lang="en-US" altLang="en-US" sz="2500" b="1" dirty="0" err="1">
              <a:solidFill>
                <a:schemeClr val="tx1"/>
              </a:solidFill>
              <a:latin typeface="Arial" panose="020B0604020202020204" pitchFamily="34" charset="0"/>
              <a:hlinkClick r:id="rId1" tooltip="" action="ppaction://hlinkfile"/>
            </a:endParaRPr>
          </a:p>
        </p:txBody>
      </p:sp>
      <p:pic>
        <p:nvPicPr>
          <p:cNvPr id="2" name="Picture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89405" y="1429385"/>
            <a:ext cx="5919470" cy="3908425"/>
          </a:xfrm>
          <a:prstGeom prst="rect">
            <a:avLst/>
          </a:prstGeom>
        </p:spPr>
      </p:pic>
    </p:spTree>
  </p:cSld>
  <p:clrMapOvr>
    <a:masterClrMapping/>
  </p:clrMapOvr>
  <p:transition spd="med"/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38914" name="Text Box 22528"/>
          <p:cNvSpPr txBox="1"/>
          <p:nvPr/>
        </p:nvSpPr>
        <p:spPr>
          <a:xfrm>
            <a:off x="195580" y="228600"/>
            <a:ext cx="8647430" cy="914400"/>
          </a:xfrm>
          <a:prstGeom prst="rect">
            <a:avLst/>
          </a:prstGeom>
          <a:noFill/>
          <a:ln w="9525">
            <a:noFill/>
          </a:ln>
        </p:spPr>
        <p:txBody>
          <a:bodyPr wrap="square" lIns="91440" tIns="45720" rIns="91440" bIns="45720" anchor="ctr" anchorCtr="0"/>
          <a:p>
            <a:pPr defTabSz="457200">
              <a:buClrTx/>
              <a:buFontTx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r>
              <a:rPr lang="uk-UA" sz="4200" dirty="0" err="1">
                <a:solidFill>
                  <a:srgbClr val="FFFFFF"/>
                </a:solidFill>
                <a:latin typeface="Arial" panose="020B0604020202020204" pitchFamily="34" charset="0"/>
              </a:rPr>
              <a:t>Більш красивий спосіб (</a:t>
            </a:r>
            <a:r>
              <a:rPr lang="en-US" sz="4200" dirty="0" err="1">
                <a:solidFill>
                  <a:srgbClr val="FFFFFF"/>
                </a:solidFill>
                <a:latin typeface="Arial" panose="020B0604020202020204" pitchFamily="34" charset="0"/>
              </a:rPr>
              <a:t>views.py)</a:t>
            </a:r>
            <a:endParaRPr lang="en-US" sz="4200" dirty="0" err="1">
              <a:solidFill>
                <a:srgbClr val="FFFFFF"/>
              </a:solidFill>
              <a:latin typeface="Arial" panose="020B0604020202020204" pitchFamily="34" charset="0"/>
            </a:endParaRPr>
          </a:p>
        </p:txBody>
      </p:sp>
      <p:sp>
        <p:nvSpPr>
          <p:cNvPr id="38915" name="Text Box 22529"/>
          <p:cNvSpPr txBox="1"/>
          <p:nvPr/>
        </p:nvSpPr>
        <p:spPr>
          <a:xfrm>
            <a:off x="468630" y="5367655"/>
            <a:ext cx="8135620" cy="936625"/>
          </a:xfrm>
          <a:prstGeom prst="rect">
            <a:avLst/>
          </a:prstGeom>
          <a:noFill/>
          <a:ln w="9525">
            <a:noFill/>
          </a:ln>
        </p:spPr>
        <p:txBody>
          <a:bodyPr wrap="square" lIns="91440" tIns="45720" rIns="91440" bIns="45720" anchor="t" anchorCtr="0"/>
          <a:p>
            <a:pPr algn="ctr" defTabSz="457200">
              <a:spcBef>
                <a:spcPts val="475"/>
              </a:spcBef>
              <a:buClrTx/>
              <a:buSzPct val="80000"/>
              <a:buFontTx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r>
              <a:rPr lang="en-US" altLang="en-US" sz="2500" b="1" dirty="0" err="1">
                <a:solidFill>
                  <a:schemeClr val="tx1"/>
                </a:solidFill>
                <a:latin typeface="Arial" panose="020B0604020202020204" pitchFamily="34" charset="0"/>
                <a:hlinkClick r:id="rId1" tooltip="" action="ppaction://hlinkfile"/>
              </a:rPr>
              <a:t>https://gist.github.com/sunmeat/b407774dbc364d4821cbaff6fb98fdba</a:t>
            </a:r>
            <a:endParaRPr lang="en-US" altLang="en-US" sz="2500" b="1" dirty="0" err="1">
              <a:solidFill>
                <a:schemeClr val="tx1"/>
              </a:solidFill>
              <a:latin typeface="Arial" panose="020B0604020202020204" pitchFamily="34" charset="0"/>
            </a:endParaRPr>
          </a:p>
        </p:txBody>
      </p:sp>
      <p:pic>
        <p:nvPicPr>
          <p:cNvPr id="3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1925" y="1400175"/>
            <a:ext cx="4866640" cy="1928495"/>
          </a:xfrm>
          <a:prstGeom prst="rect">
            <a:avLst/>
          </a:prstGeom>
        </p:spPr>
      </p:pic>
      <p:pic>
        <p:nvPicPr>
          <p:cNvPr id="4" name="Picture 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762375" y="3427730"/>
            <a:ext cx="5283835" cy="1926590"/>
          </a:xfrm>
          <a:prstGeom prst="rect">
            <a:avLst/>
          </a:prstGeom>
        </p:spPr>
      </p:pic>
    </p:spTree>
  </p:cSld>
  <p:clrMapOvr>
    <a:masterClrMapping/>
  </p:clrMapOvr>
  <p:transition spd="med"/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38914" name="Text Box 22528"/>
          <p:cNvSpPr txBox="1"/>
          <p:nvPr/>
        </p:nvSpPr>
        <p:spPr>
          <a:xfrm>
            <a:off x="195263" y="228600"/>
            <a:ext cx="8015287" cy="914400"/>
          </a:xfrm>
          <a:prstGeom prst="rect">
            <a:avLst/>
          </a:prstGeom>
          <a:noFill/>
          <a:ln w="9525">
            <a:noFill/>
          </a:ln>
        </p:spPr>
        <p:txBody>
          <a:bodyPr wrap="square" lIns="91440" tIns="45720" rIns="91440" bIns="45720" anchor="ctr" anchorCtr="0"/>
          <a:p>
            <a:pPr defTabSz="457200">
              <a:buClrTx/>
              <a:buFontTx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r>
              <a:rPr lang="uk-UA" altLang="uk-UA" sz="4200" dirty="0" err="1">
                <a:solidFill>
                  <a:srgbClr val="FFFFFF"/>
                </a:solidFill>
                <a:latin typeface="Arial" panose="020B0604020202020204" pitchFamily="34" charset="0"/>
              </a:rPr>
              <a:t>Практика</a:t>
            </a:r>
            <a:endParaRPr lang="uk-UA" altLang="uk-UA" sz="4200" dirty="0" err="1">
              <a:solidFill>
                <a:srgbClr val="FFFFFF"/>
              </a:solidFill>
              <a:latin typeface="Arial" panose="020B0604020202020204" pitchFamily="34" charset="0"/>
            </a:endParaRPr>
          </a:p>
        </p:txBody>
      </p:sp>
      <p:sp>
        <p:nvSpPr>
          <p:cNvPr id="38915" name="Text Box 22529"/>
          <p:cNvSpPr txBox="1"/>
          <p:nvPr/>
        </p:nvSpPr>
        <p:spPr>
          <a:xfrm>
            <a:off x="468630" y="1429385"/>
            <a:ext cx="8135620" cy="4474845"/>
          </a:xfrm>
          <a:prstGeom prst="rect">
            <a:avLst/>
          </a:prstGeom>
          <a:noFill/>
          <a:ln w="9525">
            <a:noFill/>
          </a:ln>
        </p:spPr>
        <p:txBody>
          <a:bodyPr wrap="square" lIns="91440" tIns="45720" rIns="91440" bIns="45720" anchor="t" anchorCtr="0"/>
          <a:p>
            <a:pPr algn="ctr" defTabSz="457200">
              <a:spcBef>
                <a:spcPts val="475"/>
              </a:spcBef>
              <a:buClrTx/>
              <a:buSzPct val="80000"/>
              <a:buFontTx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endParaRPr lang="en-US" altLang="en-US" sz="3200" b="1" dirty="0" err="1">
              <a:solidFill>
                <a:schemeClr val="tx1"/>
              </a:solidFill>
              <a:latin typeface="Arial" panose="020B0604020202020204" pitchFamily="34" charset="0"/>
              <a:hlinkClick r:id="rId1" action="ppaction://hlinkfile"/>
            </a:endParaRPr>
          </a:p>
          <a:p>
            <a:pPr algn="ctr" defTabSz="457200">
              <a:spcBef>
                <a:spcPts val="475"/>
              </a:spcBef>
              <a:buClrTx/>
              <a:buSzPct val="80000"/>
              <a:buFontTx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endParaRPr lang="en-US" altLang="en-US" sz="3200" b="1" dirty="0" err="1">
              <a:solidFill>
                <a:schemeClr val="tx1"/>
              </a:solidFill>
              <a:latin typeface="Arial" panose="020B0604020202020204" pitchFamily="34" charset="0"/>
              <a:hlinkClick r:id="rId1" action="ppaction://hlinkfile"/>
            </a:endParaRPr>
          </a:p>
          <a:p>
            <a:pPr algn="ctr" defTabSz="457200">
              <a:spcBef>
                <a:spcPts val="475"/>
              </a:spcBef>
              <a:buClrTx/>
              <a:buSzPct val="80000"/>
              <a:buFontTx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endParaRPr lang="en-US" altLang="en-US" sz="3200" b="1" dirty="0" err="1">
              <a:solidFill>
                <a:schemeClr val="tx1"/>
              </a:solidFill>
              <a:latin typeface="Arial" panose="020B0604020202020204" pitchFamily="34" charset="0"/>
              <a:hlinkClick r:id="rId1" action="ppaction://hlinkfile"/>
            </a:endParaRPr>
          </a:p>
          <a:p>
            <a:pPr algn="ctr" defTabSz="457200">
              <a:spcBef>
                <a:spcPts val="475"/>
              </a:spcBef>
              <a:buClrTx/>
              <a:buSzPct val="80000"/>
              <a:buFontTx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r>
              <a:rPr lang="en-US" altLang="en-US" sz="3200" b="1" dirty="0" err="1">
                <a:solidFill>
                  <a:schemeClr val="tx1"/>
                </a:solidFill>
                <a:latin typeface="Arial" panose="020B0604020202020204" pitchFamily="34" charset="0"/>
                <a:hlinkClick r:id="rId1" action="ppaction://hlinkfile"/>
              </a:rPr>
              <a:t>https://materials.itstep.org/content/0e448eb7-e5e2-4ef2-a247-e50f9af15365/uk</a:t>
            </a:r>
            <a:endParaRPr lang="en-US" altLang="en-US" sz="3200" b="1" dirty="0" err="1">
              <a:solidFill>
                <a:schemeClr val="tx1"/>
              </a:solidFill>
              <a:latin typeface="Arial" panose="020B0604020202020204" pitchFamily="34" charset="0"/>
              <a:hlinkClick r:id="rId1" action="ppaction://hlinkfile"/>
            </a:endParaRPr>
          </a:p>
        </p:txBody>
      </p:sp>
    </p:spTree>
  </p:cSld>
  <p:clrMapOvr>
    <a:masterClrMapping/>
  </p:clrMapOvr>
  <p:transition spd="med"/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38914" name="Text Box 22528"/>
          <p:cNvSpPr txBox="1"/>
          <p:nvPr/>
        </p:nvSpPr>
        <p:spPr>
          <a:xfrm>
            <a:off x="195580" y="228600"/>
            <a:ext cx="8647430" cy="914400"/>
          </a:xfrm>
          <a:prstGeom prst="rect">
            <a:avLst/>
          </a:prstGeom>
          <a:noFill/>
          <a:ln w="9525">
            <a:noFill/>
          </a:ln>
        </p:spPr>
        <p:txBody>
          <a:bodyPr wrap="square" lIns="91440" tIns="45720" rIns="91440" bIns="45720" anchor="ctr" anchorCtr="0"/>
          <a:p>
            <a:pPr defTabSz="457200">
              <a:buClrTx/>
              <a:buFontTx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r>
              <a:rPr lang="en-US" sz="4200" dirty="0" err="1">
                <a:solidFill>
                  <a:srgbClr val="FFFFFF"/>
                </a:solidFill>
                <a:latin typeface="Arial" panose="020B0604020202020204" pitchFamily="34" charset="0"/>
              </a:rPr>
              <a:t>GET-</a:t>
            </a:r>
            <a:r>
              <a:rPr lang="uk-UA" altLang="en-US" sz="4200" dirty="0" err="1">
                <a:solidFill>
                  <a:srgbClr val="FFFFFF"/>
                </a:solidFill>
                <a:latin typeface="Arial" panose="020B0604020202020204" pitchFamily="34" charset="0"/>
              </a:rPr>
              <a:t>запит та параметри</a:t>
            </a:r>
            <a:endParaRPr lang="uk-UA" altLang="en-US" sz="4200" dirty="0" err="1">
              <a:solidFill>
                <a:srgbClr val="FFFFFF"/>
              </a:solidFill>
              <a:latin typeface="Arial" panose="020B0604020202020204" pitchFamily="34" charset="0"/>
            </a:endParaRPr>
          </a:p>
        </p:txBody>
      </p:sp>
      <p:sp>
        <p:nvSpPr>
          <p:cNvPr id="38915" name="Text Box 22529"/>
          <p:cNvSpPr txBox="1"/>
          <p:nvPr/>
        </p:nvSpPr>
        <p:spPr>
          <a:xfrm>
            <a:off x="468630" y="1449070"/>
            <a:ext cx="8135620" cy="936625"/>
          </a:xfrm>
          <a:prstGeom prst="rect">
            <a:avLst/>
          </a:prstGeom>
          <a:noFill/>
          <a:ln w="9525">
            <a:noFill/>
          </a:ln>
        </p:spPr>
        <p:txBody>
          <a:bodyPr wrap="square" lIns="91440" tIns="45720" rIns="91440" bIns="45720" anchor="t" anchorCtr="0"/>
          <a:p>
            <a:pPr marL="342900" indent="-342900" algn="l" defTabSz="457200">
              <a:spcBef>
                <a:spcPts val="475"/>
              </a:spcBef>
              <a:buClrTx/>
              <a:buSzPct val="80000"/>
              <a:buFont typeface="Arial" panose="020B0604020202020204" pitchFamily="34" charset="0"/>
              <a:buChar char="•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r>
              <a:rPr lang="uk-UA" altLang="en-US" sz="2500" b="1" dirty="0" err="1">
                <a:solidFill>
                  <a:schemeClr val="tx1"/>
                </a:solidFill>
                <a:latin typeface="Arial" panose="020B0604020202020204" pitchFamily="34" charset="0"/>
              </a:rPr>
              <a:t>на другу сторінку можна передати параметр </a:t>
            </a:r>
            <a:r>
              <a:rPr lang="en-US" altLang="en-US" sz="2500" b="1" dirty="0" err="1">
                <a:solidFill>
                  <a:srgbClr val="0070C0"/>
                </a:solidFill>
                <a:latin typeface="Arial" panose="020B0604020202020204" pitchFamily="34" charset="0"/>
              </a:rPr>
              <a:t>name </a:t>
            </a:r>
            <a:r>
              <a:rPr lang="uk-UA" altLang="en-US" sz="2500" b="1" dirty="0" err="1">
                <a:solidFill>
                  <a:schemeClr val="tx1"/>
                </a:solidFill>
                <a:latin typeface="Arial" panose="020B0604020202020204" pitchFamily="34" charset="0"/>
              </a:rPr>
              <a:t>через адресний рядок</a:t>
            </a:r>
            <a:endParaRPr lang="uk-UA" altLang="en-US" sz="2500" b="1" dirty="0" err="1">
              <a:solidFill>
                <a:schemeClr val="tx1"/>
              </a:solidFill>
              <a:latin typeface="Arial" panose="020B0604020202020204" pitchFamily="34" charset="0"/>
            </a:endParaRPr>
          </a:p>
          <a:p>
            <a:pPr marL="342900" indent="-342900" algn="l" defTabSz="457200">
              <a:spcBef>
                <a:spcPts val="475"/>
              </a:spcBef>
              <a:buClrTx/>
              <a:buSzPct val="80000"/>
              <a:buFont typeface="Arial" panose="020B0604020202020204" pitchFamily="34" charset="0"/>
              <a:buChar char="•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r>
              <a:rPr lang="uk-UA" altLang="en-US" sz="2500" b="1" dirty="0" err="1">
                <a:solidFill>
                  <a:schemeClr val="tx1"/>
                </a:solidFill>
                <a:latin typeface="Arial" panose="020B0604020202020204" pitchFamily="34" charset="0"/>
              </a:rPr>
              <a:t>третя сторінка показує прогноз погоди по Одесі</a:t>
            </a:r>
            <a:endParaRPr lang="uk-UA" altLang="en-US" sz="2500" b="1" dirty="0" err="1">
              <a:solidFill>
                <a:schemeClr val="tx1"/>
              </a:solidFill>
              <a:latin typeface="Arial" panose="020B0604020202020204" pitchFamily="34" charset="0"/>
            </a:endParaRPr>
          </a:p>
          <a:p>
            <a:pPr marL="342900" indent="-342900" algn="l" defTabSz="457200">
              <a:spcBef>
                <a:spcPts val="475"/>
              </a:spcBef>
              <a:buClrTx/>
              <a:buSzPct val="80000"/>
              <a:buFont typeface="Arial" panose="020B0604020202020204" pitchFamily="34" charset="0"/>
              <a:buChar char="•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endParaRPr lang="uk-UA" altLang="en-US" sz="2500" b="1" dirty="0" err="1">
              <a:solidFill>
                <a:schemeClr val="tx1"/>
              </a:solidFill>
              <a:latin typeface="Arial" panose="020B0604020202020204" pitchFamily="34" charset="0"/>
            </a:endParaRPr>
          </a:p>
          <a:p>
            <a:pPr algn="ctr" defTabSz="457200">
              <a:spcBef>
                <a:spcPts val="475"/>
              </a:spcBef>
              <a:buClrTx/>
              <a:buSzPct val="80000"/>
              <a:buFont typeface="Arial" panose="020B0604020202020204" pitchFamily="34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r>
              <a:rPr lang="en-US" altLang="en-US" sz="3200" b="1" dirty="0" err="1">
                <a:solidFill>
                  <a:schemeClr val="tx1"/>
                </a:solidFill>
                <a:latin typeface="Arial" panose="020B0604020202020204" pitchFamily="34" charset="0"/>
                <a:hlinkClick r:id="rId1" tooltip="" action="ppaction://hlinkfile"/>
              </a:rPr>
              <a:t>https://gist.github.com/sunmeat/dcd6041810bbc4d5e1e587161725c9ab</a:t>
            </a:r>
            <a:endParaRPr lang="en-US" altLang="en-US" sz="2500" b="1" dirty="0" err="1">
              <a:solidFill>
                <a:schemeClr val="tx1"/>
              </a:solidFill>
              <a:latin typeface="Arial" panose="020B0604020202020204" pitchFamily="34" charset="0"/>
            </a:endParaRPr>
          </a:p>
          <a:p>
            <a:pPr marL="342900" indent="-342900" algn="l" defTabSz="457200">
              <a:spcBef>
                <a:spcPts val="475"/>
              </a:spcBef>
              <a:buClrTx/>
              <a:buSzPct val="80000"/>
              <a:buFont typeface="Arial" panose="020B0604020202020204" pitchFamily="34" charset="0"/>
              <a:buChar char="•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endParaRPr lang="uk-UA" altLang="en-US" sz="2500" b="1" dirty="0" err="1">
              <a:solidFill>
                <a:schemeClr val="tx1"/>
              </a:solidFill>
              <a:latin typeface="Arial" panose="020B0604020202020204" pitchFamily="34" charset="0"/>
            </a:endParaRPr>
          </a:p>
        </p:txBody>
      </p:sp>
    </p:spTree>
  </p:cSld>
  <p:clrMapOvr>
    <a:masterClrMapping/>
  </p:clrMapOvr>
  <p:transition spd="med"/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38914" name="Text Box 22528"/>
          <p:cNvSpPr txBox="1"/>
          <p:nvPr/>
        </p:nvSpPr>
        <p:spPr>
          <a:xfrm>
            <a:off x="195580" y="228600"/>
            <a:ext cx="8647430" cy="914400"/>
          </a:xfrm>
          <a:prstGeom prst="rect">
            <a:avLst/>
          </a:prstGeom>
          <a:noFill/>
          <a:ln w="9525">
            <a:noFill/>
          </a:ln>
        </p:spPr>
        <p:txBody>
          <a:bodyPr wrap="square" lIns="91440" tIns="45720" rIns="91440" bIns="45720" anchor="ctr" anchorCtr="0"/>
          <a:p>
            <a:pPr defTabSz="457200">
              <a:buClrTx/>
              <a:buFontTx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r>
              <a:rPr lang="uk-UA" sz="4200" dirty="0" err="1">
                <a:solidFill>
                  <a:srgbClr val="FFFFFF"/>
                </a:solidFill>
                <a:latin typeface="Arial" panose="020B0604020202020204" pitchFamily="34" charset="0"/>
              </a:rPr>
              <a:t>Додаємо шаблони (</a:t>
            </a:r>
            <a:r>
              <a:rPr lang="en-US" sz="4200" dirty="0" err="1">
                <a:solidFill>
                  <a:srgbClr val="FFFFFF"/>
                </a:solidFill>
                <a:latin typeface="Arial" panose="020B0604020202020204" pitchFamily="34" charset="0"/>
              </a:rPr>
              <a:t>.html)</a:t>
            </a:r>
            <a:endParaRPr lang="en-US" sz="4200" dirty="0" err="1">
              <a:solidFill>
                <a:srgbClr val="FFFFFF"/>
              </a:solidFill>
              <a:latin typeface="Arial" panose="020B0604020202020204" pitchFamily="34" charset="0"/>
            </a:endParaRPr>
          </a:p>
        </p:txBody>
      </p:sp>
      <p:sp>
        <p:nvSpPr>
          <p:cNvPr id="38915" name="Text Box 22529"/>
          <p:cNvSpPr txBox="1"/>
          <p:nvPr/>
        </p:nvSpPr>
        <p:spPr>
          <a:xfrm>
            <a:off x="468630" y="1449070"/>
            <a:ext cx="8135620" cy="936625"/>
          </a:xfrm>
          <a:prstGeom prst="rect">
            <a:avLst/>
          </a:prstGeom>
          <a:noFill/>
          <a:ln w="9525">
            <a:noFill/>
          </a:ln>
        </p:spPr>
        <p:txBody>
          <a:bodyPr wrap="square" lIns="91440" tIns="45720" rIns="91440" bIns="45720" anchor="t" anchorCtr="0"/>
          <a:p>
            <a:pPr marL="342900" indent="-342900" algn="l" defTabSz="457200">
              <a:spcBef>
                <a:spcPts val="475"/>
              </a:spcBef>
              <a:buClrTx/>
              <a:buSzPct val="80000"/>
              <a:buFont typeface="Arial" panose="020B0604020202020204" pitchFamily="34" charset="0"/>
              <a:buChar char="•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r>
              <a:rPr lang="uk-UA" altLang="en-US" sz="2500" b="1" dirty="0" err="1">
                <a:solidFill>
                  <a:schemeClr val="tx1"/>
                </a:solidFill>
                <a:latin typeface="Arial" panose="020B0604020202020204" pitchFamily="34" charset="0"/>
              </a:rPr>
              <a:t>на </a:t>
            </a:r>
            <a:r>
              <a:rPr lang="uk-UA" sz="2500" b="1" dirty="0" err="1">
                <a:solidFill>
                  <a:schemeClr val="tx1"/>
                </a:solidFill>
                <a:latin typeface="Arial" panose="020B0604020202020204" pitchFamily="34" charset="0"/>
              </a:rPr>
              <a:t>одному рівні з </a:t>
            </a:r>
            <a:r>
              <a:rPr lang="en-US" altLang="uk-UA" sz="2500" b="1" dirty="0" err="1">
                <a:solidFill>
                  <a:schemeClr val="tx1"/>
                </a:solidFill>
                <a:latin typeface="Arial" panose="020B0604020202020204" pitchFamily="34" charset="0"/>
              </a:rPr>
              <a:t>manage.py </a:t>
            </a:r>
            <a:r>
              <a:rPr lang="uk-UA" altLang="uk-UA" sz="2500" b="1" dirty="0" err="1">
                <a:solidFill>
                  <a:schemeClr val="tx1"/>
                </a:solidFill>
                <a:latin typeface="Arial" panose="020B0604020202020204" pitchFamily="34" charset="0"/>
              </a:rPr>
              <a:t>треба створити папку </a:t>
            </a:r>
            <a:r>
              <a:rPr lang="en-US" altLang="uk-UA" sz="2500" b="1" dirty="0" err="1">
                <a:solidFill>
                  <a:schemeClr val="tx1"/>
                </a:solidFill>
                <a:latin typeface="Arial" panose="020B0604020202020204" pitchFamily="34" charset="0"/>
              </a:rPr>
              <a:t>templates</a:t>
            </a:r>
            <a:r>
              <a:rPr lang="uk-UA" altLang="uk-UA" sz="2500" b="1" dirty="0" err="1">
                <a:solidFill>
                  <a:schemeClr val="tx1"/>
                </a:solidFill>
                <a:latin typeface="Arial" panose="020B0604020202020204" pitchFamily="34" charset="0"/>
              </a:rPr>
              <a:t>, покласти в неї бажану кількість </a:t>
            </a:r>
            <a:r>
              <a:rPr lang="en-US" altLang="uk-UA" sz="2500" b="1" dirty="0" err="1">
                <a:solidFill>
                  <a:schemeClr val="tx1"/>
                </a:solidFill>
                <a:latin typeface="Arial" panose="020B0604020202020204" pitchFamily="34" charset="0"/>
              </a:rPr>
              <a:t>.html-</a:t>
            </a:r>
            <a:r>
              <a:rPr lang="uk-UA" altLang="uk-UA" sz="2500" b="1" dirty="0" err="1">
                <a:solidFill>
                  <a:schemeClr val="tx1"/>
                </a:solidFill>
                <a:latin typeface="Arial" panose="020B0604020202020204" pitchFamily="34" charset="0"/>
              </a:rPr>
              <a:t>сторінок</a:t>
            </a:r>
            <a:endParaRPr lang="uk-UA" altLang="uk-UA" sz="2500" b="1" dirty="0" err="1">
              <a:solidFill>
                <a:schemeClr val="tx1"/>
              </a:solidFill>
              <a:latin typeface="Arial" panose="020B0604020202020204" pitchFamily="34" charset="0"/>
            </a:endParaRPr>
          </a:p>
          <a:p>
            <a:pPr marL="342900" indent="-342900" algn="l" defTabSz="457200">
              <a:spcBef>
                <a:spcPts val="475"/>
              </a:spcBef>
              <a:buClrTx/>
              <a:buSzPct val="80000"/>
              <a:buFont typeface="Arial" panose="020B0604020202020204" pitchFamily="34" charset="0"/>
              <a:buChar char="•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r>
              <a:rPr lang="uk-UA" altLang="uk-UA" sz="2500" b="1" dirty="0" err="1">
                <a:solidFill>
                  <a:schemeClr val="tx1"/>
                </a:solidFill>
                <a:latin typeface="Arial" panose="020B0604020202020204" pitchFamily="34" charset="0"/>
              </a:rPr>
              <a:t>щоб папка підтягнулась, треба вказати шлях  до неї в файлі </a:t>
            </a:r>
            <a:r>
              <a:rPr lang="en-US" altLang="uk-UA" sz="2500" b="1" dirty="0" err="1">
                <a:solidFill>
                  <a:schemeClr val="tx1"/>
                </a:solidFill>
                <a:latin typeface="Arial" panose="020B0604020202020204" pitchFamily="34" charset="0"/>
              </a:rPr>
              <a:t>settings.py:</a:t>
            </a:r>
            <a:endParaRPr lang="en-US" altLang="uk-UA" sz="2500" b="1" dirty="0" err="1">
              <a:solidFill>
                <a:schemeClr val="tx1"/>
              </a:solidFill>
              <a:latin typeface="Arial" panose="020B0604020202020204" pitchFamily="34" charset="0"/>
            </a:endParaRPr>
          </a:p>
          <a:p>
            <a:pPr algn="ctr" defTabSz="457200">
              <a:spcBef>
                <a:spcPts val="475"/>
              </a:spcBef>
              <a:buClrTx/>
              <a:buSzPct val="80000"/>
              <a:buFont typeface="Arial" panose="020B0604020202020204" pitchFamily="34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r>
              <a:rPr lang="en-US" altLang="en-US" sz="2500" b="1" dirty="0" err="1">
                <a:solidFill>
                  <a:srgbClr val="0070C0"/>
                </a:solidFill>
                <a:latin typeface="Arial" panose="020B0604020202020204" pitchFamily="34" charset="0"/>
              </a:rPr>
              <a:t>'DIRS': [os.path.join(BASE_DIR, 'templates')],</a:t>
            </a:r>
            <a:r>
              <a:rPr lang="uk-UA" sz="2500" b="1" dirty="0" err="1">
                <a:solidFill>
                  <a:srgbClr val="0070C0"/>
                </a:solidFill>
                <a:latin typeface="Arial" panose="020B0604020202020204" pitchFamily="34" charset="0"/>
              </a:rPr>
              <a:t> </a:t>
            </a:r>
            <a:endParaRPr lang="uk-UA" altLang="en-US" sz="2500" b="1" dirty="0" err="1">
              <a:solidFill>
                <a:srgbClr val="0070C0"/>
              </a:solidFill>
              <a:latin typeface="Arial" panose="020B0604020202020204" pitchFamily="34" charset="0"/>
            </a:endParaRPr>
          </a:p>
          <a:p>
            <a:pPr algn="ctr" defTabSz="457200">
              <a:spcBef>
                <a:spcPts val="475"/>
              </a:spcBef>
              <a:buClrTx/>
              <a:buSzPct val="80000"/>
              <a:buFont typeface="Arial" panose="020B0604020202020204" pitchFamily="34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endParaRPr lang="en-US" altLang="en-US" sz="3200" b="1" dirty="0" err="1">
              <a:solidFill>
                <a:schemeClr val="tx1"/>
              </a:solidFill>
              <a:latin typeface="Arial" panose="020B0604020202020204" pitchFamily="34" charset="0"/>
              <a:hlinkClick r:id="rId1" action="ppaction://hlinkfile"/>
            </a:endParaRPr>
          </a:p>
          <a:p>
            <a:pPr algn="ctr" defTabSz="457200">
              <a:spcBef>
                <a:spcPts val="475"/>
              </a:spcBef>
              <a:buClrTx/>
              <a:buSzPct val="80000"/>
              <a:buFont typeface="Arial" panose="020B0604020202020204" pitchFamily="34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endParaRPr lang="en-US" altLang="en-US" sz="3200" b="1" dirty="0" err="1">
              <a:solidFill>
                <a:schemeClr val="tx1"/>
              </a:solidFill>
              <a:latin typeface="Arial" panose="020B0604020202020204" pitchFamily="34" charset="0"/>
              <a:hlinkClick r:id="rId1" action="ppaction://hlinkfile"/>
            </a:endParaRPr>
          </a:p>
          <a:p>
            <a:pPr algn="ctr" defTabSz="457200">
              <a:spcBef>
                <a:spcPts val="475"/>
              </a:spcBef>
              <a:buClrTx/>
              <a:buSzPct val="80000"/>
              <a:buFont typeface="Arial" panose="020B0604020202020204" pitchFamily="34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r>
              <a:rPr lang="en-US" altLang="en-US" sz="2900" b="1" dirty="0" err="1">
                <a:solidFill>
                  <a:schemeClr val="tx1"/>
                </a:solidFill>
                <a:latin typeface="Arial" panose="020B0604020202020204" pitchFamily="34" charset="0"/>
                <a:hlinkClick r:id="rId2" tooltip="" action="ppaction://hlinkfile"/>
              </a:rPr>
              <a:t>https://github.com/sunmeat/python_django1</a:t>
            </a:r>
            <a:endParaRPr lang="en-US" altLang="en-US" sz="2900" b="1" dirty="0" err="1">
              <a:solidFill>
                <a:schemeClr val="tx1"/>
              </a:solidFill>
              <a:latin typeface="Arial" panose="020B0604020202020204" pitchFamily="34" charset="0"/>
              <a:hlinkClick r:id="rId2" tooltip="" action="ppaction://hlinkfile"/>
            </a:endParaRPr>
          </a:p>
        </p:txBody>
      </p:sp>
    </p:spTree>
  </p:cSld>
  <p:clrMapOvr>
    <a:masterClrMapping/>
  </p:clrMapOvr>
  <p:transition spd="med"/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38914" name="Text Box 22528"/>
          <p:cNvSpPr txBox="1"/>
          <p:nvPr/>
        </p:nvSpPr>
        <p:spPr>
          <a:xfrm>
            <a:off x="195580" y="228600"/>
            <a:ext cx="8647430" cy="914400"/>
          </a:xfrm>
          <a:prstGeom prst="rect">
            <a:avLst/>
          </a:prstGeom>
          <a:noFill/>
          <a:ln w="9525">
            <a:noFill/>
          </a:ln>
        </p:spPr>
        <p:txBody>
          <a:bodyPr wrap="square" lIns="91440" tIns="45720" rIns="91440" bIns="45720" anchor="ctr" anchorCtr="0"/>
          <a:p>
            <a:pPr defTabSz="457200">
              <a:buClrTx/>
              <a:buFontTx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r>
              <a:rPr lang="uk-UA" sz="4200" dirty="0" err="1">
                <a:solidFill>
                  <a:srgbClr val="FFFFFF"/>
                </a:solidFill>
                <a:latin typeface="Arial" panose="020B0604020202020204" pitchFamily="34" charset="0"/>
              </a:rPr>
              <a:t>Робимо красу (</a:t>
            </a:r>
            <a:r>
              <a:rPr lang="en-US" sz="4200" dirty="0" err="1">
                <a:solidFill>
                  <a:srgbClr val="FFFFFF"/>
                </a:solidFill>
                <a:latin typeface="Arial" panose="020B0604020202020204" pitchFamily="34" charset="0"/>
              </a:rPr>
              <a:t>.css) + </a:t>
            </a:r>
            <a:r>
              <a:rPr lang="uk-UA" altLang="en-US" sz="4200" dirty="0" err="1">
                <a:solidFill>
                  <a:srgbClr val="FFFFFF"/>
                </a:solidFill>
                <a:latin typeface="Arial" panose="020B0604020202020204" pitchFamily="34" charset="0"/>
              </a:rPr>
              <a:t>іконка</a:t>
            </a:r>
            <a:endParaRPr lang="uk-UA" altLang="en-US" sz="4200" dirty="0" err="1">
              <a:solidFill>
                <a:srgbClr val="FFFFFF"/>
              </a:solidFill>
              <a:latin typeface="Arial" panose="020B0604020202020204" pitchFamily="34" charset="0"/>
            </a:endParaRPr>
          </a:p>
        </p:txBody>
      </p:sp>
      <p:sp>
        <p:nvSpPr>
          <p:cNvPr id="38915" name="Text Box 22529"/>
          <p:cNvSpPr txBox="1"/>
          <p:nvPr/>
        </p:nvSpPr>
        <p:spPr>
          <a:xfrm>
            <a:off x="468630" y="1449070"/>
            <a:ext cx="8135620" cy="936625"/>
          </a:xfrm>
          <a:prstGeom prst="rect">
            <a:avLst/>
          </a:prstGeom>
          <a:noFill/>
          <a:ln w="9525">
            <a:noFill/>
          </a:ln>
        </p:spPr>
        <p:txBody>
          <a:bodyPr wrap="square" lIns="91440" tIns="45720" rIns="91440" bIns="45720" anchor="t" anchorCtr="0"/>
          <a:p>
            <a:pPr marL="342900" indent="-342900" algn="l" defTabSz="457200">
              <a:spcBef>
                <a:spcPts val="475"/>
              </a:spcBef>
              <a:buClrTx/>
              <a:buSzPct val="80000"/>
              <a:buFont typeface="Arial" panose="020B0604020202020204" pitchFamily="34" charset="0"/>
              <a:buChar char="•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r>
              <a:rPr lang="uk-UA" sz="2500" b="1" dirty="0" err="1">
                <a:solidFill>
                  <a:schemeClr val="tx1"/>
                </a:solidFill>
                <a:latin typeface="Arial" panose="020B0604020202020204" pitchFamily="34" charset="0"/>
              </a:rPr>
              <a:t>створити папку </a:t>
            </a:r>
            <a:r>
              <a:rPr lang="en-US" sz="2500" b="1" dirty="0" err="1">
                <a:solidFill>
                  <a:schemeClr val="tx1"/>
                </a:solidFill>
                <a:latin typeface="Arial" panose="020B0604020202020204" pitchFamily="34" charset="0"/>
              </a:rPr>
              <a:t>static / css </a:t>
            </a:r>
            <a:r>
              <a:rPr lang="uk-UA" sz="2500" b="1" dirty="0" err="1">
                <a:solidFill>
                  <a:schemeClr val="tx1"/>
                </a:solidFill>
                <a:latin typeface="Arial" panose="020B0604020202020204" pitchFamily="34" charset="0"/>
              </a:rPr>
              <a:t>на одному рівні </a:t>
            </a:r>
            <a:r>
              <a:rPr lang="en-US" altLang="uk-UA" sz="2500" b="1" dirty="0" err="1">
                <a:solidFill>
                  <a:schemeClr val="tx1"/>
                </a:solidFill>
                <a:latin typeface="Arial" panose="020B0604020202020204" pitchFamily="34" charset="0"/>
              </a:rPr>
              <a:t>        </a:t>
            </a:r>
            <a:r>
              <a:rPr lang="uk-UA" sz="2500" b="1" dirty="0" err="1">
                <a:solidFill>
                  <a:schemeClr val="tx1"/>
                </a:solidFill>
                <a:latin typeface="Arial" panose="020B0604020202020204" pitchFamily="34" charset="0"/>
              </a:rPr>
              <a:t>з </a:t>
            </a:r>
            <a:r>
              <a:rPr lang="en-US" sz="2500" b="1" dirty="0" err="1">
                <a:solidFill>
                  <a:schemeClr val="tx1"/>
                </a:solidFill>
                <a:latin typeface="Arial" panose="020B0604020202020204" pitchFamily="34" charset="0"/>
              </a:rPr>
              <a:t>manage.py</a:t>
            </a:r>
            <a:endParaRPr lang="uk-UA" sz="2500" b="1" dirty="0" err="1">
              <a:solidFill>
                <a:schemeClr val="tx1"/>
              </a:solidFill>
              <a:latin typeface="Arial" panose="020B0604020202020204" pitchFamily="34" charset="0"/>
            </a:endParaRPr>
          </a:p>
          <a:p>
            <a:pPr marL="342900" indent="-342900" algn="l" defTabSz="457200">
              <a:spcBef>
                <a:spcPts val="475"/>
              </a:spcBef>
              <a:buClrTx/>
              <a:buSzPct val="80000"/>
              <a:buFont typeface="Arial" panose="020B0604020202020204" pitchFamily="34" charset="0"/>
              <a:buChar char="•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r>
              <a:rPr lang="uk-UA" sz="2500" b="1" dirty="0" err="1">
                <a:solidFill>
                  <a:schemeClr val="tx1"/>
                </a:solidFill>
                <a:latin typeface="Arial" panose="020B0604020202020204" pitchFamily="34" charset="0"/>
              </a:rPr>
              <a:t>у файлі </a:t>
            </a:r>
            <a:r>
              <a:rPr lang="en-US" sz="2500" b="1" dirty="0" err="1">
                <a:solidFill>
                  <a:schemeClr val="tx1"/>
                </a:solidFill>
                <a:latin typeface="Arial" panose="020B0604020202020204" pitchFamily="34" charset="0"/>
              </a:rPr>
              <a:t>settings.py </a:t>
            </a:r>
            <a:r>
              <a:rPr lang="uk-UA" sz="2500" b="1" dirty="0" err="1">
                <a:solidFill>
                  <a:schemeClr val="tx1"/>
                </a:solidFill>
                <a:latin typeface="Arial" panose="020B0604020202020204" pitchFamily="34" charset="0"/>
              </a:rPr>
              <a:t>треба додати</a:t>
            </a:r>
            <a:r>
              <a:rPr lang="en-US" altLang="uk-UA" sz="2500" b="1" dirty="0" err="1">
                <a:solidFill>
                  <a:schemeClr val="tx1"/>
                </a:solidFill>
                <a:latin typeface="Arial" panose="020B0604020202020204" pitchFamily="34" charset="0"/>
              </a:rPr>
              <a:t>:</a:t>
            </a:r>
            <a:endParaRPr lang="en-US" altLang="uk-UA" sz="2500" b="1" dirty="0" err="1">
              <a:solidFill>
                <a:schemeClr val="tx1"/>
              </a:solidFill>
              <a:latin typeface="Arial" panose="020B0604020202020204" pitchFamily="34" charset="0"/>
            </a:endParaRPr>
          </a:p>
          <a:p>
            <a:pPr algn="l" defTabSz="457200">
              <a:spcBef>
                <a:spcPts val="475"/>
              </a:spcBef>
              <a:buClrTx/>
              <a:buSzPct val="80000"/>
              <a:buFont typeface="Arial" panose="020B0604020202020204" pitchFamily="34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r>
              <a:rPr lang="en-US" altLang="en-US" sz="1500" b="1" dirty="0" err="1">
                <a:solidFill>
                  <a:srgbClr val="0070C0"/>
                </a:solidFill>
                <a:latin typeface="Arial" panose="020B0604020202020204" pitchFamily="34" charset="0"/>
              </a:rPr>
              <a:t>STATIC_URL = '/static/'</a:t>
            </a:r>
            <a:endParaRPr lang="en-US" altLang="en-US" sz="1500" b="1" dirty="0" err="1">
              <a:solidFill>
                <a:srgbClr val="0070C0"/>
              </a:solidFill>
              <a:latin typeface="Arial" panose="020B0604020202020204" pitchFamily="34" charset="0"/>
            </a:endParaRPr>
          </a:p>
          <a:p>
            <a:pPr algn="l" defTabSz="457200">
              <a:spcBef>
                <a:spcPts val="475"/>
              </a:spcBef>
              <a:buClrTx/>
              <a:buSzPct val="80000"/>
              <a:buFont typeface="Arial" panose="020B0604020202020204" pitchFamily="34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r>
              <a:rPr lang="en-US" altLang="en-US" sz="1500" b="1" dirty="0" err="1">
                <a:solidFill>
                  <a:srgbClr val="0070C0"/>
                </a:solidFill>
                <a:latin typeface="Arial" panose="020B0604020202020204" pitchFamily="34" charset="0"/>
              </a:rPr>
              <a:t>STATICFILES_DIRS = [</a:t>
            </a:r>
            <a:endParaRPr lang="en-US" altLang="en-US" sz="1500" b="1" dirty="0" err="1">
              <a:solidFill>
                <a:srgbClr val="0070C0"/>
              </a:solidFill>
              <a:latin typeface="Arial" panose="020B0604020202020204" pitchFamily="34" charset="0"/>
            </a:endParaRPr>
          </a:p>
          <a:p>
            <a:pPr algn="l" defTabSz="457200">
              <a:spcBef>
                <a:spcPts val="475"/>
              </a:spcBef>
              <a:buClrTx/>
              <a:buSzPct val="80000"/>
              <a:buFont typeface="Arial" panose="020B0604020202020204" pitchFamily="34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r>
              <a:rPr lang="en-US" altLang="en-US" sz="1500" b="1" dirty="0" err="1">
                <a:solidFill>
                  <a:srgbClr val="0070C0"/>
                </a:solidFill>
                <a:latin typeface="Arial" panose="020B0604020202020204" pitchFamily="34" charset="0"/>
              </a:rPr>
              <a:t>    os.path.join(BASE_DIR, 'static'),</a:t>
            </a:r>
            <a:endParaRPr lang="en-US" altLang="en-US" sz="1500" b="1" dirty="0" err="1">
              <a:solidFill>
                <a:srgbClr val="0070C0"/>
              </a:solidFill>
              <a:latin typeface="Arial" panose="020B0604020202020204" pitchFamily="34" charset="0"/>
            </a:endParaRPr>
          </a:p>
          <a:p>
            <a:pPr algn="l" defTabSz="457200">
              <a:spcBef>
                <a:spcPts val="475"/>
              </a:spcBef>
              <a:buClrTx/>
              <a:buSzPct val="80000"/>
              <a:buFont typeface="Arial" panose="020B0604020202020204" pitchFamily="34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r>
              <a:rPr lang="en-US" altLang="en-US" sz="1500" b="1" dirty="0" err="1">
                <a:solidFill>
                  <a:srgbClr val="0070C0"/>
                </a:solidFill>
                <a:latin typeface="Arial" panose="020B0604020202020204" pitchFamily="34" charset="0"/>
              </a:rPr>
              <a:t>]</a:t>
            </a:r>
            <a:endParaRPr lang="en-US" altLang="en-US" sz="1500" b="1" dirty="0" err="1">
              <a:solidFill>
                <a:srgbClr val="0070C0"/>
              </a:solidFill>
              <a:latin typeface="Arial" panose="020B0604020202020204" pitchFamily="34" charset="0"/>
            </a:endParaRPr>
          </a:p>
          <a:p>
            <a:pPr algn="l" defTabSz="457200">
              <a:spcBef>
                <a:spcPts val="475"/>
              </a:spcBef>
              <a:buClrTx/>
              <a:buSzPct val="80000"/>
              <a:buFont typeface="Arial" panose="020B0604020202020204" pitchFamily="34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r>
              <a:rPr lang="en-US" altLang="en-US" sz="1500" b="1" dirty="0" err="1">
                <a:solidFill>
                  <a:srgbClr val="0070C0"/>
                </a:solidFill>
                <a:latin typeface="Arial" panose="020B0604020202020204" pitchFamily="34" charset="0"/>
              </a:rPr>
              <a:t>STATIC_ROOT = os.path.join(BASE_DIR, 'staticfiles')</a:t>
            </a:r>
            <a:r>
              <a:rPr lang="uk-UA" sz="1500" b="1" dirty="0" err="1">
                <a:solidFill>
                  <a:srgbClr val="0070C0"/>
                </a:solidFill>
                <a:latin typeface="Arial" panose="020B0604020202020204" pitchFamily="34" charset="0"/>
              </a:rPr>
              <a:t> </a:t>
            </a:r>
            <a:endParaRPr lang="uk-UA" sz="1500" b="1" dirty="0" err="1">
              <a:solidFill>
                <a:srgbClr val="0070C0"/>
              </a:solidFill>
              <a:latin typeface="Arial" panose="020B0604020202020204" pitchFamily="34" charset="0"/>
            </a:endParaRPr>
          </a:p>
          <a:p>
            <a:pPr marL="342900" indent="-342900" algn="l" defTabSz="457200">
              <a:spcBef>
                <a:spcPts val="475"/>
              </a:spcBef>
              <a:buClrTx/>
              <a:buSzPct val="80000"/>
              <a:buFont typeface="Arial" panose="020B0604020202020204" pitchFamily="34" charset="0"/>
              <a:buChar char="•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r>
              <a:rPr lang="uk-UA" sz="2500" b="1" dirty="0" err="1">
                <a:solidFill>
                  <a:schemeClr val="tx1"/>
                </a:solidFill>
                <a:sym typeface="+mn-ea"/>
              </a:rPr>
              <a:t>у файлі </a:t>
            </a:r>
            <a:r>
              <a:rPr lang="en-US" sz="2500" b="1" dirty="0" err="1">
                <a:solidFill>
                  <a:schemeClr val="tx1"/>
                </a:solidFill>
                <a:sym typeface="+mn-ea"/>
              </a:rPr>
              <a:t>base.html </a:t>
            </a:r>
            <a:r>
              <a:rPr lang="uk-UA" sz="2500" b="1" dirty="0" err="1">
                <a:solidFill>
                  <a:schemeClr val="tx1"/>
                </a:solidFill>
                <a:sym typeface="+mn-ea"/>
              </a:rPr>
              <a:t>треба додати</a:t>
            </a:r>
            <a:r>
              <a:rPr lang="en-US" altLang="uk-UA" sz="2500" b="1" dirty="0" err="1">
                <a:solidFill>
                  <a:schemeClr val="tx1"/>
                </a:solidFill>
                <a:sym typeface="+mn-ea"/>
              </a:rPr>
              <a:t>:</a:t>
            </a:r>
            <a:endParaRPr lang="en-US" altLang="uk-UA" sz="2500" b="1" dirty="0" err="1">
              <a:solidFill>
                <a:schemeClr val="tx1"/>
              </a:solidFill>
              <a:latin typeface="Arial" panose="020B0604020202020204" pitchFamily="34" charset="0"/>
            </a:endParaRPr>
          </a:p>
          <a:p>
            <a:pPr algn="l" defTabSz="457200">
              <a:spcBef>
                <a:spcPts val="475"/>
              </a:spcBef>
              <a:buClrTx/>
              <a:buSzPct val="80000"/>
              <a:buFont typeface="Arial" panose="020B0604020202020204" pitchFamily="34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r>
              <a:rPr lang="en-US" altLang="en-US" sz="1500" b="1" dirty="0" err="1">
                <a:solidFill>
                  <a:srgbClr val="0070C0"/>
                </a:solidFill>
                <a:latin typeface="Arial" panose="020B0604020202020204" pitchFamily="34" charset="0"/>
              </a:rPr>
              <a:t>{% load static %}</a:t>
            </a:r>
            <a:endParaRPr lang="en-US" altLang="en-US" sz="1500" b="1" dirty="0" err="1">
              <a:solidFill>
                <a:srgbClr val="0070C0"/>
              </a:solidFill>
              <a:latin typeface="Arial" panose="020B0604020202020204" pitchFamily="34" charset="0"/>
            </a:endParaRPr>
          </a:p>
          <a:p>
            <a:pPr algn="l" defTabSz="457200">
              <a:spcBef>
                <a:spcPts val="475"/>
              </a:spcBef>
              <a:buClrTx/>
              <a:buSzPct val="80000"/>
              <a:buFont typeface="Arial" panose="020B0604020202020204" pitchFamily="34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r>
              <a:rPr lang="en-US" altLang="en-US" sz="1500" b="1" dirty="0" err="1">
                <a:solidFill>
                  <a:srgbClr val="0070C0"/>
                </a:solidFill>
                <a:latin typeface="Arial" panose="020B0604020202020204" pitchFamily="34" charset="0"/>
              </a:rPr>
              <a:t>&lt;link rel="stylesheet" href="{% static 'css/styles.css' %}"&gt;</a:t>
            </a:r>
            <a:endParaRPr lang="en-US" altLang="en-US" sz="3200" b="1" dirty="0" err="1">
              <a:solidFill>
                <a:schemeClr val="tx1"/>
              </a:solidFill>
              <a:latin typeface="Arial" panose="020B0604020202020204" pitchFamily="34" charset="0"/>
              <a:hlinkClick r:id="rId1" action="ppaction://hlinkfile"/>
            </a:endParaRPr>
          </a:p>
          <a:p>
            <a:pPr algn="ctr" defTabSz="457200">
              <a:spcBef>
                <a:spcPts val="475"/>
              </a:spcBef>
              <a:buClrTx/>
              <a:buSzPct val="80000"/>
              <a:buFont typeface="Arial" panose="020B0604020202020204" pitchFamily="34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r>
              <a:rPr lang="en-US" altLang="en-US" sz="2900" b="1" dirty="0" err="1">
                <a:solidFill>
                  <a:schemeClr val="tx1"/>
                </a:solidFill>
                <a:latin typeface="Arial" panose="020B0604020202020204" pitchFamily="34" charset="0"/>
                <a:hlinkClick r:id="rId2" tooltip="" action="ppaction://hlinkfile"/>
              </a:rPr>
              <a:t>https://github.com/sunmeat/python_django2</a:t>
            </a:r>
            <a:endParaRPr lang="en-US" altLang="en-US" sz="2900" b="1" dirty="0" err="1">
              <a:solidFill>
                <a:schemeClr val="tx1"/>
              </a:solidFill>
              <a:latin typeface="Arial" panose="020B0604020202020204" pitchFamily="34" charset="0"/>
              <a:hlinkClick r:id="rId2" tooltip="" action="ppaction://hlinkfile"/>
            </a:endParaRPr>
          </a:p>
        </p:txBody>
      </p:sp>
      <p:pic>
        <p:nvPicPr>
          <p:cNvPr id="3" name="Picture 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82055" y="2077085"/>
            <a:ext cx="2844800" cy="2892425"/>
          </a:xfrm>
          <a:prstGeom prst="rect">
            <a:avLst/>
          </a:prstGeom>
        </p:spPr>
      </p:pic>
    </p:spTree>
  </p:cSld>
  <p:clrMapOvr>
    <a:masterClrMapping/>
  </p:clrMapOvr>
  <p:transition spd="med"/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38914" name="Text Box 22528"/>
          <p:cNvSpPr txBox="1"/>
          <p:nvPr/>
        </p:nvSpPr>
        <p:spPr>
          <a:xfrm>
            <a:off x="195580" y="228600"/>
            <a:ext cx="8647430" cy="914400"/>
          </a:xfrm>
          <a:prstGeom prst="rect">
            <a:avLst/>
          </a:prstGeom>
          <a:noFill/>
          <a:ln w="9525">
            <a:noFill/>
          </a:ln>
        </p:spPr>
        <p:txBody>
          <a:bodyPr wrap="square" lIns="91440" tIns="45720" rIns="91440" bIns="45720" anchor="ctr" anchorCtr="0"/>
          <a:p>
            <a:pPr defTabSz="457200">
              <a:buClrTx/>
              <a:buFontTx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r>
              <a:rPr lang="uk-UA" sz="4200" dirty="0" err="1">
                <a:solidFill>
                  <a:srgbClr val="FFFFFF"/>
                </a:solidFill>
                <a:latin typeface="Arial" panose="020B0604020202020204" pitchFamily="34" charset="0"/>
              </a:rPr>
              <a:t>Непустий шаблон в </a:t>
            </a:r>
            <a:r>
              <a:rPr lang="en-US" sz="4200" dirty="0" err="1">
                <a:solidFill>
                  <a:srgbClr val="FFFFFF"/>
                </a:solidFill>
                <a:latin typeface="Arial" panose="020B0604020202020204" pitchFamily="34" charset="0"/>
              </a:rPr>
              <a:t>VS 2026</a:t>
            </a:r>
            <a:endParaRPr lang="en-US" sz="4200" dirty="0" err="1">
              <a:solidFill>
                <a:srgbClr val="FFFFFF"/>
              </a:solidFill>
              <a:latin typeface="Arial" panose="020B0604020202020204" pitchFamily="34" charset="0"/>
            </a:endParaRPr>
          </a:p>
        </p:txBody>
      </p:sp>
      <p:sp>
        <p:nvSpPr>
          <p:cNvPr id="38915" name="Text Box 22529"/>
          <p:cNvSpPr txBox="1"/>
          <p:nvPr/>
        </p:nvSpPr>
        <p:spPr>
          <a:xfrm>
            <a:off x="468630" y="1449070"/>
            <a:ext cx="8135620" cy="936625"/>
          </a:xfrm>
          <a:prstGeom prst="rect">
            <a:avLst/>
          </a:prstGeom>
          <a:noFill/>
          <a:ln w="9525">
            <a:noFill/>
          </a:ln>
        </p:spPr>
        <p:txBody>
          <a:bodyPr wrap="square" lIns="91440" tIns="45720" rIns="91440" bIns="45720" anchor="t" anchorCtr="0"/>
          <a:p>
            <a:pPr marL="342900" indent="-342900" algn="l" defTabSz="457200">
              <a:spcBef>
                <a:spcPts val="475"/>
              </a:spcBef>
              <a:buClrTx/>
              <a:buSzPct val="80000"/>
              <a:buFont typeface="Arial" panose="020B0604020202020204" pitchFamily="34" charset="0"/>
              <a:buChar char="•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endParaRPr lang="en-US" altLang="en-US" sz="2900" b="1" dirty="0" err="1">
              <a:solidFill>
                <a:schemeClr val="tx1"/>
              </a:solidFill>
              <a:latin typeface="Arial" panose="020B0604020202020204" pitchFamily="34" charset="0"/>
            </a:endParaRPr>
          </a:p>
        </p:txBody>
      </p:sp>
      <p:pic>
        <p:nvPicPr>
          <p:cNvPr id="2" name="Picture 1" descr="Screenshot 2026-02-24 124855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1443355"/>
            <a:ext cx="9144000" cy="4859655"/>
          </a:xfrm>
          <a:prstGeom prst="rect">
            <a:avLst/>
          </a:prstGeom>
        </p:spPr>
      </p:pic>
      <p:pic>
        <p:nvPicPr>
          <p:cNvPr id="4" name="Picture 3" descr="Screenshot 2026-02-24 124409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318510" y="1043940"/>
            <a:ext cx="7665085" cy="2024380"/>
          </a:xfrm>
          <a:prstGeom prst="rect">
            <a:avLst/>
          </a:prstGeom>
        </p:spPr>
      </p:pic>
    </p:spTree>
  </p:cSld>
  <p:clrMapOvr>
    <a:masterClrMapping/>
  </p:clrMapOvr>
  <p:transition spd="med"/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38914" name="Text Box 22528"/>
          <p:cNvSpPr txBox="1"/>
          <p:nvPr/>
        </p:nvSpPr>
        <p:spPr>
          <a:xfrm>
            <a:off x="195263" y="228600"/>
            <a:ext cx="8015287" cy="914400"/>
          </a:xfrm>
          <a:prstGeom prst="rect">
            <a:avLst/>
          </a:prstGeom>
          <a:noFill/>
          <a:ln w="9525">
            <a:noFill/>
          </a:ln>
        </p:spPr>
        <p:txBody>
          <a:bodyPr wrap="square" lIns="91440" tIns="45720" rIns="91440" bIns="45720" anchor="ctr" anchorCtr="0"/>
          <a:p>
            <a:pPr defTabSz="457200">
              <a:buClrTx/>
              <a:buFontTx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r>
              <a:rPr lang="uk-UA" altLang="uk-UA" sz="4200" dirty="0" err="1">
                <a:solidFill>
                  <a:srgbClr val="FFFFFF"/>
                </a:solidFill>
                <a:latin typeface="Arial" panose="020B0604020202020204" pitchFamily="34" charset="0"/>
              </a:rPr>
              <a:t>Структура проєкту</a:t>
            </a:r>
            <a:endParaRPr lang="uk-UA" altLang="uk-UA" sz="4200" dirty="0" err="1">
              <a:solidFill>
                <a:srgbClr val="FFFFFF"/>
              </a:solidFill>
              <a:latin typeface="Arial" panose="020B0604020202020204" pitchFamily="34" charset="0"/>
            </a:endParaRPr>
          </a:p>
        </p:txBody>
      </p:sp>
      <p:sp>
        <p:nvSpPr>
          <p:cNvPr id="38915" name="Text Box 22529"/>
          <p:cNvSpPr txBox="1"/>
          <p:nvPr/>
        </p:nvSpPr>
        <p:spPr>
          <a:xfrm>
            <a:off x="468630" y="1429385"/>
            <a:ext cx="5696585" cy="4474845"/>
          </a:xfrm>
          <a:prstGeom prst="rect">
            <a:avLst/>
          </a:prstGeom>
          <a:noFill/>
          <a:ln w="9525">
            <a:noFill/>
          </a:ln>
        </p:spPr>
        <p:txBody>
          <a:bodyPr wrap="square" lIns="91440" tIns="45720" rIns="91440" bIns="45720" anchor="t" anchorCtr="0"/>
          <a:p>
            <a:pPr defTabSz="457200">
              <a:spcBef>
                <a:spcPts val="475"/>
              </a:spcBef>
              <a:buClrTx/>
              <a:buSzPct val="80000"/>
              <a:buFontTx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r>
              <a:rPr lang="en-US" altLang="en-US" sz="2300" b="1" dirty="0" err="1">
                <a:solidFill>
                  <a:schemeClr val="tx1"/>
                </a:solidFill>
                <a:latin typeface="Arial" panose="020B0604020202020204" pitchFamily="34" charset="0"/>
              </a:rPr>
              <a:t>urls.py (на рівні проєкту та додатків)</a:t>
            </a:r>
            <a:endParaRPr lang="en-US" altLang="en-US" sz="2300" b="1" dirty="0" err="1">
              <a:solidFill>
                <a:schemeClr val="tx1"/>
              </a:solidFill>
              <a:latin typeface="Arial" panose="020B0604020202020204" pitchFamily="34" charset="0"/>
            </a:endParaRPr>
          </a:p>
          <a:p>
            <a:pPr defTabSz="457200">
              <a:spcBef>
                <a:spcPts val="475"/>
              </a:spcBef>
              <a:buClrTx/>
              <a:buSzPct val="80000"/>
              <a:buFontTx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r>
              <a:rPr lang="en-US" altLang="en-US" sz="2300" dirty="0" err="1">
                <a:solidFill>
                  <a:schemeClr val="tx1"/>
                </a:solidFill>
                <a:latin typeface="Arial" panose="020B0604020202020204" pitchFamily="34" charset="0"/>
              </a:rPr>
              <a:t>Це файл, який відповідає </a:t>
            </a:r>
            <a:r>
              <a:rPr lang="uk-UA" altLang="en-US" sz="2300" dirty="0" err="1">
                <a:solidFill>
                  <a:schemeClr val="tx1"/>
                </a:solidFill>
                <a:latin typeface="Arial" panose="020B0604020202020204" pitchFamily="34" charset="0"/>
              </a:rPr>
              <a:t>                     </a:t>
            </a:r>
            <a:r>
              <a:rPr lang="en-US" altLang="en-US" sz="2300" dirty="0" err="1">
                <a:solidFill>
                  <a:schemeClr val="tx1"/>
                </a:solidFill>
                <a:latin typeface="Arial" panose="020B0604020202020204" pitchFamily="34" charset="0"/>
              </a:rPr>
              <a:t>за маршрутизацію URL-адрес. Саме тут визначається, яка адреса (наприклад, /posts/5/ або /about/) до якого обробника (view) буде спрямована. На рівні проєкту зазвичай є головний urls.py, який включає (include()) списки URL-ів окремих додатків. У додатках (app/urls.py) створюються конкретні маршрути для функціонал</a:t>
            </a:r>
            <a:r>
              <a:rPr lang="uk-UA" altLang="en-US" sz="2300" dirty="0" err="1">
                <a:solidFill>
                  <a:schemeClr val="tx1"/>
                </a:solidFill>
                <a:latin typeface="Arial" panose="020B0604020202020204" pitchFamily="34" charset="0"/>
              </a:rPr>
              <a:t>ьності саме</a:t>
            </a:r>
            <a:r>
              <a:rPr lang="en-US" altLang="en-US" sz="2300" dirty="0" err="1">
                <a:solidFill>
                  <a:schemeClr val="tx1"/>
                </a:solidFill>
                <a:latin typeface="Arial" panose="020B0604020202020204" pitchFamily="34" charset="0"/>
              </a:rPr>
              <a:t> цього модуля.</a:t>
            </a:r>
            <a:endParaRPr lang="en-US" altLang="en-US" sz="2300" dirty="0" err="1">
              <a:solidFill>
                <a:schemeClr val="tx1"/>
              </a:solidFill>
              <a:latin typeface="Arial" panose="020B0604020202020204" pitchFamily="34" charset="0"/>
            </a:endParaRPr>
          </a:p>
        </p:txBody>
      </p:sp>
      <p:pic>
        <p:nvPicPr>
          <p:cNvPr id="2" name="Picture 1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209665" y="0"/>
            <a:ext cx="2934335" cy="6858000"/>
          </a:xfrm>
          <a:prstGeom prst="rect">
            <a:avLst/>
          </a:prstGeom>
        </p:spPr>
      </p:pic>
    </p:spTree>
  </p:cSld>
  <p:clrMapOvr>
    <a:masterClrMapping/>
  </p:clrMapOvr>
  <p:transition spd="med"/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38914" name="Text Box 22528"/>
          <p:cNvSpPr txBox="1"/>
          <p:nvPr/>
        </p:nvSpPr>
        <p:spPr>
          <a:xfrm>
            <a:off x="195263" y="228600"/>
            <a:ext cx="8015287" cy="914400"/>
          </a:xfrm>
          <a:prstGeom prst="rect">
            <a:avLst/>
          </a:prstGeom>
          <a:noFill/>
          <a:ln w="9525">
            <a:noFill/>
          </a:ln>
        </p:spPr>
        <p:txBody>
          <a:bodyPr wrap="square" lIns="91440" tIns="45720" rIns="91440" bIns="45720" anchor="ctr" anchorCtr="0"/>
          <a:p>
            <a:pPr defTabSz="457200">
              <a:buClrTx/>
              <a:buFontTx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r>
              <a:rPr lang="en-US" altLang="ru-RU" sz="4200" dirty="0" err="1">
                <a:solidFill>
                  <a:schemeClr val="bg1"/>
                </a:solidFill>
                <a:latin typeface="Arial" panose="020B0604020202020204" pitchFamily="34" charset="0"/>
              </a:rPr>
              <a:t>Views </a:t>
            </a:r>
            <a:r>
              <a:rPr lang="en-US" altLang="en-US" sz="4200" dirty="0" err="1">
                <a:solidFill>
                  <a:schemeClr val="bg1"/>
                </a:solidFill>
                <a:sym typeface="+mn-ea"/>
              </a:rPr>
              <a:t>(views.py)</a:t>
            </a:r>
            <a:endParaRPr lang="en-US" altLang="en-US" sz="4200" dirty="0" err="1">
              <a:solidFill>
                <a:schemeClr val="bg1"/>
              </a:solidFill>
              <a:latin typeface="Arial" panose="020B0604020202020204" pitchFamily="34" charset="0"/>
              <a:sym typeface="+mn-ea"/>
            </a:endParaRPr>
          </a:p>
        </p:txBody>
      </p:sp>
      <p:sp>
        <p:nvSpPr>
          <p:cNvPr id="38915" name="Text Box 22529"/>
          <p:cNvSpPr txBox="1"/>
          <p:nvPr/>
        </p:nvSpPr>
        <p:spPr>
          <a:xfrm>
            <a:off x="468630" y="1429385"/>
            <a:ext cx="8135620" cy="4474845"/>
          </a:xfrm>
          <a:prstGeom prst="rect">
            <a:avLst/>
          </a:prstGeom>
          <a:noFill/>
          <a:ln w="9525">
            <a:noFill/>
          </a:ln>
        </p:spPr>
        <p:txBody>
          <a:bodyPr wrap="square" lIns="91440" tIns="45720" rIns="91440" bIns="45720" anchor="t" anchorCtr="0"/>
          <a:p>
            <a:pPr defTabSz="457200">
              <a:spcBef>
                <a:spcPts val="475"/>
              </a:spcBef>
              <a:buClrTx/>
              <a:buSzPct val="80000"/>
              <a:buFontTx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r>
              <a:rPr lang="en-US" altLang="en-US" sz="2600" dirty="0" err="1">
                <a:solidFill>
                  <a:schemeClr val="tx1"/>
                </a:solidFill>
                <a:latin typeface="Arial" panose="020B0604020202020204" pitchFamily="34" charset="0"/>
              </a:rPr>
              <a:t>Це логіка обробки запитів.</a:t>
            </a:r>
            <a:endParaRPr lang="en-US" altLang="en-US" sz="2600" dirty="0" err="1">
              <a:solidFill>
                <a:schemeClr val="tx1"/>
              </a:solidFill>
              <a:latin typeface="Arial" panose="020B0604020202020204" pitchFamily="34" charset="0"/>
            </a:endParaRPr>
          </a:p>
          <a:p>
            <a:pPr defTabSz="457200">
              <a:spcBef>
                <a:spcPts val="475"/>
              </a:spcBef>
              <a:buClrTx/>
              <a:buSzPct val="80000"/>
              <a:buFontTx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r>
              <a:rPr lang="en-US" altLang="en-US" sz="2600" dirty="0" err="1">
                <a:solidFill>
                  <a:schemeClr val="tx1"/>
                </a:solidFill>
                <a:latin typeface="Arial" panose="020B0604020202020204" pitchFamily="34" charset="0"/>
              </a:rPr>
              <a:t>View приймає HTTP-запит від користувача, виконує потрібні дії (отримує дані з бази, перевіряє права, обробляє форму тощо), а потім повертає відповідь — найчастіше це або відрендерений шаблон (HtmlResponse), або JSON (для API),     або перенаправлення (redirect).</a:t>
            </a:r>
            <a:endParaRPr lang="en-US" altLang="en-US" sz="2600" dirty="0" err="1">
              <a:solidFill>
                <a:schemeClr val="tx1"/>
              </a:solidFill>
              <a:latin typeface="Arial" panose="020B0604020202020204" pitchFamily="34" charset="0"/>
            </a:endParaRPr>
          </a:p>
          <a:p>
            <a:pPr defTabSz="457200">
              <a:spcBef>
                <a:spcPts val="475"/>
              </a:spcBef>
              <a:buClrTx/>
              <a:buSzPct val="80000"/>
              <a:buFontTx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r>
              <a:rPr lang="en-US" altLang="en-US" sz="2600" dirty="0" err="1">
                <a:solidFill>
                  <a:schemeClr val="tx1"/>
                </a:solidFill>
                <a:latin typeface="Arial" panose="020B0604020202020204" pitchFamily="34" charset="0"/>
              </a:rPr>
              <a:t>Існують function-based views та class-based views (ListView, DetailView, CreateView тощо).</a:t>
            </a:r>
            <a:endParaRPr lang="en-US" altLang="en-US" sz="2600" dirty="0" err="1">
              <a:solidFill>
                <a:schemeClr val="tx1"/>
              </a:solidFill>
              <a:latin typeface="Arial" panose="020B0604020202020204" pitchFamily="34" charset="0"/>
            </a:endParaRPr>
          </a:p>
        </p:txBody>
      </p:sp>
    </p:spTree>
  </p:cSld>
  <p:clrMapOvr>
    <a:masterClrMapping/>
  </p:clrMapOvr>
  <p:transition spd="med"/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38914" name="Text Box 22528"/>
          <p:cNvSpPr txBox="1"/>
          <p:nvPr/>
        </p:nvSpPr>
        <p:spPr>
          <a:xfrm>
            <a:off x="195263" y="228600"/>
            <a:ext cx="8015287" cy="914400"/>
          </a:xfrm>
          <a:prstGeom prst="rect">
            <a:avLst/>
          </a:prstGeom>
          <a:noFill/>
          <a:ln w="9525">
            <a:noFill/>
          </a:ln>
        </p:spPr>
        <p:txBody>
          <a:bodyPr wrap="square" lIns="91440" tIns="45720" rIns="91440" bIns="45720" anchor="ctr" anchorCtr="0"/>
          <a:p>
            <a:pPr defTabSz="457200">
              <a:buClrTx/>
              <a:buFontTx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r>
              <a:rPr lang="en-US" altLang="en-US" sz="4200" dirty="0" err="1">
                <a:solidFill>
                  <a:srgbClr val="FFFFFF"/>
                </a:solidFill>
                <a:latin typeface="Arial" panose="020B0604020202020204" pitchFamily="34" charset="0"/>
              </a:rPr>
              <a:t>Models (models.py)</a:t>
            </a:r>
            <a:endParaRPr lang="en-US" altLang="en-US" sz="4200" dirty="0" err="1">
              <a:solidFill>
                <a:srgbClr val="FFFFFF"/>
              </a:solidFill>
              <a:latin typeface="Arial" panose="020B0604020202020204" pitchFamily="34" charset="0"/>
            </a:endParaRPr>
          </a:p>
        </p:txBody>
      </p:sp>
      <p:sp>
        <p:nvSpPr>
          <p:cNvPr id="38915" name="Text Box 22529"/>
          <p:cNvSpPr txBox="1"/>
          <p:nvPr/>
        </p:nvSpPr>
        <p:spPr>
          <a:xfrm>
            <a:off x="468630" y="1429385"/>
            <a:ext cx="8135620" cy="4474845"/>
          </a:xfrm>
          <a:prstGeom prst="rect">
            <a:avLst/>
          </a:prstGeom>
          <a:noFill/>
          <a:ln w="9525">
            <a:noFill/>
          </a:ln>
        </p:spPr>
        <p:txBody>
          <a:bodyPr wrap="square" lIns="91440" tIns="45720" rIns="91440" bIns="45720" anchor="t" anchorCtr="0"/>
          <a:p>
            <a:pPr defTabSz="457200">
              <a:spcBef>
                <a:spcPts val="475"/>
              </a:spcBef>
              <a:buClrTx/>
              <a:buSzPct val="80000"/>
              <a:buFontTx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r>
              <a:rPr lang="en-US" altLang="en-US" sz="2700" dirty="0" err="1">
                <a:solidFill>
                  <a:schemeClr val="tx1"/>
                </a:solidFill>
                <a:latin typeface="Arial" panose="020B0604020202020204" pitchFamily="34" charset="0"/>
              </a:rPr>
              <a:t>Тут описується структура даних програми — тобто таблиці бази даних у вигляді Python-класів. Кожен клас моделі успадковується                      від models.Model і визначає поля (CharField, ForeignKey, ImageField тощо), зв’язки                  між таблицями, методи та мета-налаштування (ordering, verbose_name тощо). Саме моделі         є основою ORM Django — зручного способу працювати з базою без написання SQL-запитів вручну.</a:t>
            </a:r>
            <a:endParaRPr lang="en-US" altLang="en-US" sz="2700" dirty="0" err="1">
              <a:solidFill>
                <a:schemeClr val="tx1"/>
              </a:solidFill>
              <a:latin typeface="Arial" panose="020B0604020202020204" pitchFamily="34" charset="0"/>
            </a:endParaRPr>
          </a:p>
        </p:txBody>
      </p:sp>
    </p:spTree>
  </p:cSld>
  <p:clrMapOvr>
    <a:masterClrMapping/>
  </p:clrMapOvr>
  <p:transition spd="med"/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38914" name="Text Box 22528"/>
          <p:cNvSpPr txBox="1"/>
          <p:nvPr/>
        </p:nvSpPr>
        <p:spPr>
          <a:xfrm>
            <a:off x="195263" y="228600"/>
            <a:ext cx="8015287" cy="914400"/>
          </a:xfrm>
          <a:prstGeom prst="rect">
            <a:avLst/>
          </a:prstGeom>
          <a:noFill/>
          <a:ln w="9525">
            <a:noFill/>
          </a:ln>
        </p:spPr>
        <p:txBody>
          <a:bodyPr wrap="square" lIns="91440" tIns="45720" rIns="91440" bIns="45720" anchor="ctr" anchorCtr="0"/>
          <a:p>
            <a:pPr defTabSz="457200">
              <a:buClrTx/>
              <a:buFontTx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r>
              <a:rPr lang="en-US" altLang="en-US" sz="4200" dirty="0" err="1">
                <a:solidFill>
                  <a:srgbClr val="FFFFFF"/>
                </a:solidFill>
                <a:latin typeface="Arial" panose="020B0604020202020204" pitchFamily="34" charset="0"/>
              </a:rPr>
              <a:t>Templates (папка templates/)</a:t>
            </a:r>
            <a:endParaRPr lang="en-US" altLang="en-US" sz="4200" dirty="0" err="1">
              <a:solidFill>
                <a:srgbClr val="FFFFFF"/>
              </a:solidFill>
              <a:latin typeface="Arial" panose="020B0604020202020204" pitchFamily="34" charset="0"/>
            </a:endParaRPr>
          </a:p>
        </p:txBody>
      </p:sp>
      <p:sp>
        <p:nvSpPr>
          <p:cNvPr id="38915" name="Text Box 22529"/>
          <p:cNvSpPr txBox="1"/>
          <p:nvPr/>
        </p:nvSpPr>
        <p:spPr>
          <a:xfrm>
            <a:off x="468630" y="1429385"/>
            <a:ext cx="8135620" cy="4474845"/>
          </a:xfrm>
          <a:prstGeom prst="rect">
            <a:avLst/>
          </a:prstGeom>
          <a:noFill/>
          <a:ln w="9525">
            <a:noFill/>
          </a:ln>
        </p:spPr>
        <p:txBody>
          <a:bodyPr wrap="square" lIns="91440" tIns="45720" rIns="91440" bIns="45720" anchor="t" anchorCtr="0"/>
          <a:p>
            <a:pPr defTabSz="457200">
              <a:spcBef>
                <a:spcPts val="475"/>
              </a:spcBef>
              <a:buClrTx/>
              <a:buSzPct val="80000"/>
              <a:buFontTx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r>
              <a:rPr lang="en-US" altLang="en-US" sz="2300" dirty="0" err="1">
                <a:solidFill>
                  <a:schemeClr val="tx1"/>
                </a:solidFill>
                <a:latin typeface="Arial" panose="020B0604020202020204" pitchFamily="34" charset="0"/>
              </a:rPr>
              <a:t>Це HTML-файли (або інші шаблонні мови),                           які відповідають за зовнішній вигляд сторінок.                    У них використовується мова шаблонів Django: змінні {{ variable }}, теги {% for %}, {% if %}, {% block %}, фільтри, успадкування шаблонів ({% extends %}) та включення шматків ({% include %}). Зазвичай структура папки повторює назви додатків: templates/app_name/page.html.</a:t>
            </a:r>
            <a:endParaRPr lang="en-US" altLang="en-US" sz="2300" dirty="0" err="1">
              <a:solidFill>
                <a:schemeClr val="tx1"/>
              </a:solidFill>
              <a:latin typeface="Arial" panose="020B0604020202020204" pitchFamily="34" charset="0"/>
            </a:endParaRPr>
          </a:p>
          <a:p>
            <a:pPr defTabSz="457200">
              <a:spcBef>
                <a:spcPts val="475"/>
              </a:spcBef>
              <a:buClrTx/>
              <a:buSzPct val="80000"/>
              <a:buFontTx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endParaRPr lang="en-US" altLang="en-US" sz="2300" dirty="0" err="1">
              <a:solidFill>
                <a:schemeClr val="tx1"/>
              </a:solidFill>
              <a:latin typeface="Arial" panose="020B0604020202020204" pitchFamily="34" charset="0"/>
            </a:endParaRPr>
          </a:p>
          <a:p>
            <a:pPr defTabSz="457200">
              <a:spcBef>
                <a:spcPts val="475"/>
              </a:spcBef>
              <a:buClrTx/>
              <a:buSzPct val="80000"/>
              <a:buFontTx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r>
              <a:rPr lang="en-US" altLang="en-US" sz="2300" dirty="0" err="1">
                <a:solidFill>
                  <a:schemeClr val="tx1"/>
                </a:solidFill>
                <a:latin typeface="Arial" panose="020B0604020202020204" pitchFamily="34" charset="0"/>
              </a:rPr>
              <a:t>Ці чотири компоненти разом формують основний цикл роботи Django-застосунку:</a:t>
            </a:r>
            <a:endParaRPr lang="en-US" altLang="en-US" sz="2300" dirty="0" err="1">
              <a:solidFill>
                <a:schemeClr val="tx1"/>
              </a:solidFill>
              <a:latin typeface="Arial" panose="020B0604020202020204" pitchFamily="34" charset="0"/>
            </a:endParaRPr>
          </a:p>
          <a:p>
            <a:pPr defTabSz="457200">
              <a:spcBef>
                <a:spcPts val="475"/>
              </a:spcBef>
              <a:buClrTx/>
              <a:buSzPct val="80000"/>
              <a:buFontTx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r>
              <a:rPr lang="en-US" altLang="en-US" sz="2300" b="1" dirty="0" err="1">
                <a:solidFill>
                  <a:schemeClr val="tx1"/>
                </a:solidFill>
                <a:latin typeface="Arial" panose="020B0604020202020204" pitchFamily="34" charset="0"/>
              </a:rPr>
              <a:t>URL → View → (Model + Template) → 															HTML-відповідь користувачу.</a:t>
            </a:r>
            <a:endParaRPr lang="en-US" altLang="en-US" sz="2300" b="1" dirty="0" err="1">
              <a:solidFill>
                <a:schemeClr val="tx1"/>
              </a:solidFill>
              <a:latin typeface="Arial" panose="020B0604020202020204" pitchFamily="34" charset="0"/>
            </a:endParaRPr>
          </a:p>
        </p:txBody>
      </p:sp>
    </p:spTree>
  </p:cSld>
  <p:clrMapOvr>
    <a:masterClrMapping/>
  </p:clrMapOvr>
  <p:transition spd="med"/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49506" name="Text Box 73728"/>
          <p:cNvSpPr txBox="1"/>
          <p:nvPr/>
        </p:nvSpPr>
        <p:spPr>
          <a:xfrm>
            <a:off x="195263" y="228600"/>
            <a:ext cx="8015287" cy="914400"/>
          </a:xfrm>
          <a:prstGeom prst="rect">
            <a:avLst/>
          </a:prstGeom>
          <a:noFill/>
          <a:ln w="9525">
            <a:noFill/>
          </a:ln>
        </p:spPr>
        <p:txBody>
          <a:bodyPr wrap="square" lIns="91440" tIns="45720" rIns="91440" bIns="45720" anchor="ctr" anchorCtr="0"/>
          <a:p>
            <a:pPr defTabSz="457200">
              <a:buClrTx/>
              <a:buFontTx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r>
              <a:rPr lang="ru-RU" altLang="x-none" sz="4200" dirty="0" err="1">
                <a:solidFill>
                  <a:srgbClr val="FFFFFF"/>
                </a:solidFill>
                <a:latin typeface="Arial" panose="020B0604020202020204" pitchFamily="34" charset="0"/>
              </a:rPr>
              <a:t>Домашнє завдання</a:t>
            </a:r>
            <a:endParaRPr lang="ru-RU" altLang="x-none" sz="4200" dirty="0" err="1">
              <a:solidFill>
                <a:srgbClr val="FFFFFF"/>
              </a:solidFill>
              <a:latin typeface="Arial" panose="020B0604020202020204" pitchFamily="34" charset="0"/>
            </a:endParaRPr>
          </a:p>
        </p:txBody>
      </p:sp>
      <p:sp>
        <p:nvSpPr>
          <p:cNvPr id="149507" name="Text Box 73729"/>
          <p:cNvSpPr txBox="1"/>
          <p:nvPr/>
        </p:nvSpPr>
        <p:spPr>
          <a:xfrm>
            <a:off x="395605" y="1386205"/>
            <a:ext cx="8088630" cy="4419600"/>
          </a:xfrm>
          <a:prstGeom prst="rect">
            <a:avLst/>
          </a:prstGeom>
          <a:noFill/>
          <a:ln w="9525">
            <a:noFill/>
          </a:ln>
        </p:spPr>
        <p:txBody>
          <a:bodyPr wrap="square" lIns="91440" tIns="45720" rIns="91440" bIns="45720" anchor="t" anchorCtr="0"/>
          <a:p>
            <a:pPr algn="ctr" defTabSz="457200">
              <a:spcBef>
                <a:spcPts val="450"/>
              </a:spcBef>
              <a:buClr>
                <a:srgbClr val="996666"/>
              </a:buClr>
              <a:buSzPct val="80000"/>
              <a:buFont typeface="Wingdings" panose="05000000000000000000" pitchFamily="2" charset="2"/>
              <a:tabLst>
                <a:tab pos="339725" algn="l"/>
                <a:tab pos="796925" algn="l"/>
                <a:tab pos="1254125" algn="l"/>
                <a:tab pos="1711325" algn="l"/>
                <a:tab pos="2168525" algn="l"/>
                <a:tab pos="2625725" algn="l"/>
                <a:tab pos="3082925" algn="l"/>
                <a:tab pos="3540125" algn="l"/>
                <a:tab pos="3997325" algn="l"/>
                <a:tab pos="4454525" algn="l"/>
                <a:tab pos="4911725" algn="l"/>
                <a:tab pos="5368925" algn="l"/>
                <a:tab pos="5826125" algn="l"/>
                <a:tab pos="6283325" algn="l"/>
                <a:tab pos="6740525" algn="l"/>
                <a:tab pos="7197725" algn="l"/>
                <a:tab pos="7654925" algn="l"/>
                <a:tab pos="8112125" algn="l"/>
                <a:tab pos="8569325" algn="l"/>
                <a:tab pos="9026525" algn="l"/>
                <a:tab pos="9483725" algn="l"/>
              </a:tabLst>
            </a:pPr>
            <a:endParaRPr lang="en-US" altLang="en-US" sz="3200" b="1" dirty="0" err="1">
              <a:solidFill>
                <a:srgbClr val="000000"/>
              </a:solidFill>
              <a:latin typeface="Arial" panose="020B0604020202020204" pitchFamily="34" charset="0"/>
              <a:hlinkClick r:id="rId1" tooltip="" action="ppaction://hlinkfile"/>
            </a:endParaRPr>
          </a:p>
          <a:p>
            <a:pPr algn="ctr" defTabSz="457200">
              <a:spcBef>
                <a:spcPts val="450"/>
              </a:spcBef>
              <a:buClr>
                <a:srgbClr val="996666"/>
              </a:buClr>
              <a:buSzPct val="80000"/>
              <a:buFont typeface="Wingdings" panose="05000000000000000000" pitchFamily="2" charset="2"/>
              <a:tabLst>
                <a:tab pos="339725" algn="l"/>
                <a:tab pos="796925" algn="l"/>
                <a:tab pos="1254125" algn="l"/>
                <a:tab pos="1711325" algn="l"/>
                <a:tab pos="2168525" algn="l"/>
                <a:tab pos="2625725" algn="l"/>
                <a:tab pos="3082925" algn="l"/>
                <a:tab pos="3540125" algn="l"/>
                <a:tab pos="3997325" algn="l"/>
                <a:tab pos="4454525" algn="l"/>
                <a:tab pos="4911725" algn="l"/>
                <a:tab pos="5368925" algn="l"/>
                <a:tab pos="5826125" algn="l"/>
                <a:tab pos="6283325" algn="l"/>
                <a:tab pos="6740525" algn="l"/>
                <a:tab pos="7197725" algn="l"/>
                <a:tab pos="7654925" algn="l"/>
                <a:tab pos="8112125" algn="l"/>
                <a:tab pos="8569325" algn="l"/>
                <a:tab pos="9026525" algn="l"/>
                <a:tab pos="9483725" algn="l"/>
              </a:tabLst>
            </a:pPr>
            <a:endParaRPr lang="en-US" altLang="en-US" sz="3200" b="1" dirty="0" err="1">
              <a:solidFill>
                <a:srgbClr val="000000"/>
              </a:solidFill>
              <a:latin typeface="Arial" panose="020B0604020202020204" pitchFamily="34" charset="0"/>
              <a:hlinkClick r:id="rId1" tooltip="" action="ppaction://hlinkfile"/>
            </a:endParaRPr>
          </a:p>
          <a:p>
            <a:pPr algn="ctr" defTabSz="457200">
              <a:spcBef>
                <a:spcPts val="450"/>
              </a:spcBef>
              <a:buClr>
                <a:srgbClr val="996666"/>
              </a:buClr>
              <a:buSzPct val="80000"/>
              <a:buFont typeface="Wingdings" panose="05000000000000000000" pitchFamily="2" charset="2"/>
              <a:tabLst>
                <a:tab pos="339725" algn="l"/>
                <a:tab pos="796925" algn="l"/>
                <a:tab pos="1254125" algn="l"/>
                <a:tab pos="1711325" algn="l"/>
                <a:tab pos="2168525" algn="l"/>
                <a:tab pos="2625725" algn="l"/>
                <a:tab pos="3082925" algn="l"/>
                <a:tab pos="3540125" algn="l"/>
                <a:tab pos="3997325" algn="l"/>
                <a:tab pos="4454525" algn="l"/>
                <a:tab pos="4911725" algn="l"/>
                <a:tab pos="5368925" algn="l"/>
                <a:tab pos="5826125" algn="l"/>
                <a:tab pos="6283325" algn="l"/>
                <a:tab pos="6740525" algn="l"/>
                <a:tab pos="7197725" algn="l"/>
                <a:tab pos="7654925" algn="l"/>
                <a:tab pos="8112125" algn="l"/>
                <a:tab pos="8569325" algn="l"/>
                <a:tab pos="9026525" algn="l"/>
                <a:tab pos="9483725" algn="l"/>
              </a:tabLst>
            </a:pPr>
            <a:endParaRPr lang="en-US" altLang="en-US" sz="3200" b="1" dirty="0" err="1">
              <a:solidFill>
                <a:srgbClr val="000000"/>
              </a:solidFill>
              <a:latin typeface="Arial" panose="020B0604020202020204" pitchFamily="34" charset="0"/>
              <a:hlinkClick r:id="rId1" tooltip="" action="ppaction://hlinkfile"/>
            </a:endParaRPr>
          </a:p>
          <a:p>
            <a:pPr algn="ctr" defTabSz="457200">
              <a:spcBef>
                <a:spcPts val="450"/>
              </a:spcBef>
              <a:buClr>
                <a:srgbClr val="996666"/>
              </a:buClr>
              <a:buSzPct val="80000"/>
              <a:buFont typeface="Wingdings" panose="05000000000000000000" pitchFamily="2" charset="2"/>
              <a:tabLst>
                <a:tab pos="339725" algn="l"/>
                <a:tab pos="796925" algn="l"/>
                <a:tab pos="1254125" algn="l"/>
                <a:tab pos="1711325" algn="l"/>
                <a:tab pos="2168525" algn="l"/>
                <a:tab pos="2625725" algn="l"/>
                <a:tab pos="3082925" algn="l"/>
                <a:tab pos="3540125" algn="l"/>
                <a:tab pos="3997325" algn="l"/>
                <a:tab pos="4454525" algn="l"/>
                <a:tab pos="4911725" algn="l"/>
                <a:tab pos="5368925" algn="l"/>
                <a:tab pos="5826125" algn="l"/>
                <a:tab pos="6283325" algn="l"/>
                <a:tab pos="6740525" algn="l"/>
                <a:tab pos="7197725" algn="l"/>
                <a:tab pos="7654925" algn="l"/>
                <a:tab pos="8112125" algn="l"/>
                <a:tab pos="8569325" algn="l"/>
                <a:tab pos="9026525" algn="l"/>
                <a:tab pos="9483725" algn="l"/>
              </a:tabLst>
            </a:pPr>
            <a:r>
              <a:rPr lang="en-US" altLang="en-US" sz="3200" b="1" dirty="0" err="1">
                <a:solidFill>
                  <a:srgbClr val="000000"/>
                </a:solidFill>
                <a:latin typeface="Arial" panose="020B0604020202020204" pitchFamily="34" charset="0"/>
                <a:hlinkClick r:id="rId1" tooltip="" action="ppaction://hlinkfile"/>
              </a:rPr>
              <a:t>https://gist.github.com/sunmeat/264ee9662a2f659ab07f7da04ea90dca</a:t>
            </a:r>
            <a:endParaRPr lang="en-US" altLang="en-US" sz="3200" b="1" dirty="0" err="1">
              <a:solidFill>
                <a:srgbClr val="000000"/>
              </a:solidFill>
              <a:latin typeface="Arial" panose="020B0604020202020204" pitchFamily="34" charset="0"/>
              <a:hlinkClick r:id="rId1" tooltip="" action="ppaction://hlinkfile"/>
            </a:endParaRPr>
          </a:p>
        </p:txBody>
      </p:sp>
    </p:spTree>
  </p:cSld>
  <p:clrMapOvr>
    <a:masterClrMapping/>
  </p:clrMapOvr>
  <p:transition spd="med"/>
</p:sld>
</file>

<file path=ppt/theme/theme1.xml><?xml version="1.0" encoding="utf-8"?>
<a:theme xmlns:a="http://schemas.openxmlformats.org/drawingml/2006/main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7"/>
      </a:accent6>
      <a:hlink>
        <a:srgbClr val="CCCCFF"/>
      </a:hlink>
      <a:folHlink>
        <a:srgbClr val="B2B2B2"/>
      </a:folHlink>
    </a:clrScheme>
    <a:fontScheme name="">
      <a:majorFont>
        <a:latin typeface="Arial"/>
        <a:ea typeface="Microsoft YaHei"/>
        <a:cs typeface=""/>
      </a:majorFont>
      <a:minorFont>
        <a:latin typeface="Arial"/>
        <a:ea typeface="Microsoft YaHei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raClrSchemeLst>
    <a:extraClrScheme>
      <a:clrScheme name="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00CC99"/>
        </a:accent1>
        <a:accent2>
          <a:srgbClr val="3333CC"/>
        </a:accent2>
        <a:accent3>
          <a:srgbClr val="FFFFFF"/>
        </a:accent3>
        <a:accent4>
          <a:srgbClr val="000000"/>
        </a:accent4>
        <a:accent5>
          <a:srgbClr val="AAE2CA"/>
        </a:accent5>
        <a:accent6>
          <a:srgbClr val="2D2DB7"/>
        </a:accent6>
        <a:hlink>
          <a:srgbClr val="CCCCFF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">
        <a:dk1>
          <a:srgbClr val="FFFFFF"/>
        </a:dk1>
        <a:lt1>
          <a:srgbClr val="0000FF"/>
        </a:lt1>
        <a:dk2>
          <a:srgbClr val="FFFF00"/>
        </a:dk2>
        <a:lt2>
          <a:srgbClr val="000000"/>
        </a:lt2>
        <a:accent1>
          <a:srgbClr val="FF9900"/>
        </a:accent1>
        <a:accent2>
          <a:srgbClr val="00FFFF"/>
        </a:accent2>
        <a:accent3>
          <a:srgbClr val="AAAAFF"/>
        </a:accent3>
        <a:accent4>
          <a:srgbClr val="DCDCDC"/>
        </a:accent4>
        <a:accent5>
          <a:srgbClr val="FFCAAA"/>
        </a:accent5>
        <a:accent6>
          <a:srgbClr val="00E5E5"/>
        </a:accent6>
        <a:hlink>
          <a:srgbClr val="FF0000"/>
        </a:hlink>
        <a:folHlink>
          <a:srgbClr val="96969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">
        <a:dk1>
          <a:srgbClr val="000000"/>
        </a:dk1>
        <a:lt1>
          <a:srgbClr val="FFFFCC"/>
        </a:lt1>
        <a:dk2>
          <a:srgbClr val="808000"/>
        </a:dk2>
        <a:lt2>
          <a:srgbClr val="666633"/>
        </a:lt2>
        <a:accent1>
          <a:srgbClr val="339933"/>
        </a:accent1>
        <a:accent2>
          <a:srgbClr val="800000"/>
        </a:accent2>
        <a:accent3>
          <a:srgbClr val="FFFFE2"/>
        </a:accent3>
        <a:accent4>
          <a:srgbClr val="000000"/>
        </a:accent4>
        <a:accent5>
          <a:srgbClr val="ADCAAD"/>
        </a:accent5>
        <a:accent6>
          <a:srgbClr val="720000"/>
        </a:accent6>
        <a:hlink>
          <a:srgbClr val="0033CC"/>
        </a:hlink>
        <a:folHlink>
          <a:srgbClr val="FFCC6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">
        <a:dk1>
          <a:srgbClr val="000000"/>
        </a:dk1>
        <a:lt1>
          <a:srgbClr val="FFFFFF"/>
        </a:lt1>
        <a:dk2>
          <a:srgbClr val="000000"/>
        </a:dk2>
        <a:lt2>
          <a:srgbClr val="333333"/>
        </a:lt2>
        <a:accent1>
          <a:srgbClr val="DDDDDD"/>
        </a:accent1>
        <a:accent2>
          <a:srgbClr val="808080"/>
        </a:accent2>
        <a:accent3>
          <a:srgbClr val="FFFFFF"/>
        </a:accent3>
        <a:accent4>
          <a:srgbClr val="000000"/>
        </a:accent4>
        <a:accent5>
          <a:srgbClr val="EBEBEB"/>
        </a:accent5>
        <a:accent6>
          <a:srgbClr val="727272"/>
        </a:accent6>
        <a:hlink>
          <a:srgbClr val="4D4D4D"/>
        </a:hlink>
        <a:folHlink>
          <a:srgbClr val="EAEAEA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FFCC66"/>
        </a:accent1>
        <a:accent2>
          <a:srgbClr val="0000FF"/>
        </a:accent2>
        <a:accent3>
          <a:srgbClr val="FFFFFF"/>
        </a:accent3>
        <a:accent4>
          <a:srgbClr val="000000"/>
        </a:accent4>
        <a:accent5>
          <a:srgbClr val="FFE2B9"/>
        </a:accent5>
        <a:accent6>
          <a:srgbClr val="0000E5"/>
        </a:accent6>
        <a:hlink>
          <a:srgbClr val="CC00CC"/>
        </a:hlink>
        <a:folHlink>
          <a:srgbClr val="C0C0C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C0C0C0"/>
        </a:accent1>
        <a:accent2>
          <a:srgbClr val="0066FF"/>
        </a:accent2>
        <a:accent3>
          <a:srgbClr val="FFFFFF"/>
        </a:accent3>
        <a:accent4>
          <a:srgbClr val="000000"/>
        </a:accent4>
        <a:accent5>
          <a:srgbClr val="DCDCDC"/>
        </a:accent5>
        <a:accent6>
          <a:srgbClr val="005BE5"/>
        </a:accent6>
        <a:hlink>
          <a:srgbClr val="FF0000"/>
        </a:hlink>
        <a:folHlink>
          <a:srgbClr val="00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3399FF"/>
        </a:accent1>
        <a:accent2>
          <a:srgbClr val="99FFCC"/>
        </a:accent2>
        <a:accent3>
          <a:srgbClr val="FFFFFF"/>
        </a:accent3>
        <a:accent4>
          <a:srgbClr val="000000"/>
        </a:accent4>
        <a:accent5>
          <a:srgbClr val="ADCAFF"/>
        </a:accent5>
        <a:accent6>
          <a:srgbClr val="89E5B7"/>
        </a:accent6>
        <a:hlink>
          <a:srgbClr val="CC00CC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7"/>
      </a:accent6>
      <a:hlink>
        <a:srgbClr val="CCCCFF"/>
      </a:hlink>
      <a:folHlink>
        <a:srgbClr val="B2B2B2"/>
      </a:folHlink>
    </a:clrScheme>
    <a:fontScheme name="">
      <a:majorFont>
        <a:latin typeface="Arial"/>
        <a:ea typeface="Microsoft YaHei"/>
        <a:cs typeface=""/>
      </a:majorFont>
      <a:minorFont>
        <a:latin typeface="Arial"/>
        <a:ea typeface="Microsoft YaHei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raClrSchemeLst>
    <a:extraClrScheme>
      <a:clrScheme name="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00CC99"/>
        </a:accent1>
        <a:accent2>
          <a:srgbClr val="3333CC"/>
        </a:accent2>
        <a:accent3>
          <a:srgbClr val="FFFFFF"/>
        </a:accent3>
        <a:accent4>
          <a:srgbClr val="000000"/>
        </a:accent4>
        <a:accent5>
          <a:srgbClr val="AAE2CA"/>
        </a:accent5>
        <a:accent6>
          <a:srgbClr val="2D2DB7"/>
        </a:accent6>
        <a:hlink>
          <a:srgbClr val="CCCCFF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">
        <a:dk1>
          <a:srgbClr val="FFFFFF"/>
        </a:dk1>
        <a:lt1>
          <a:srgbClr val="0000FF"/>
        </a:lt1>
        <a:dk2>
          <a:srgbClr val="FFFF00"/>
        </a:dk2>
        <a:lt2>
          <a:srgbClr val="000000"/>
        </a:lt2>
        <a:accent1>
          <a:srgbClr val="FF9900"/>
        </a:accent1>
        <a:accent2>
          <a:srgbClr val="00FFFF"/>
        </a:accent2>
        <a:accent3>
          <a:srgbClr val="AAAAFF"/>
        </a:accent3>
        <a:accent4>
          <a:srgbClr val="DCDCDC"/>
        </a:accent4>
        <a:accent5>
          <a:srgbClr val="FFCAAA"/>
        </a:accent5>
        <a:accent6>
          <a:srgbClr val="00E5E5"/>
        </a:accent6>
        <a:hlink>
          <a:srgbClr val="FF0000"/>
        </a:hlink>
        <a:folHlink>
          <a:srgbClr val="96969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">
        <a:dk1>
          <a:srgbClr val="000000"/>
        </a:dk1>
        <a:lt1>
          <a:srgbClr val="FFFFCC"/>
        </a:lt1>
        <a:dk2>
          <a:srgbClr val="808000"/>
        </a:dk2>
        <a:lt2>
          <a:srgbClr val="666633"/>
        </a:lt2>
        <a:accent1>
          <a:srgbClr val="339933"/>
        </a:accent1>
        <a:accent2>
          <a:srgbClr val="800000"/>
        </a:accent2>
        <a:accent3>
          <a:srgbClr val="FFFFE2"/>
        </a:accent3>
        <a:accent4>
          <a:srgbClr val="000000"/>
        </a:accent4>
        <a:accent5>
          <a:srgbClr val="ADCAAD"/>
        </a:accent5>
        <a:accent6>
          <a:srgbClr val="720000"/>
        </a:accent6>
        <a:hlink>
          <a:srgbClr val="0033CC"/>
        </a:hlink>
        <a:folHlink>
          <a:srgbClr val="FFCC6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">
        <a:dk1>
          <a:srgbClr val="000000"/>
        </a:dk1>
        <a:lt1>
          <a:srgbClr val="FFFFFF"/>
        </a:lt1>
        <a:dk2>
          <a:srgbClr val="000000"/>
        </a:dk2>
        <a:lt2>
          <a:srgbClr val="333333"/>
        </a:lt2>
        <a:accent1>
          <a:srgbClr val="DDDDDD"/>
        </a:accent1>
        <a:accent2>
          <a:srgbClr val="808080"/>
        </a:accent2>
        <a:accent3>
          <a:srgbClr val="FFFFFF"/>
        </a:accent3>
        <a:accent4>
          <a:srgbClr val="000000"/>
        </a:accent4>
        <a:accent5>
          <a:srgbClr val="EBEBEB"/>
        </a:accent5>
        <a:accent6>
          <a:srgbClr val="727272"/>
        </a:accent6>
        <a:hlink>
          <a:srgbClr val="4D4D4D"/>
        </a:hlink>
        <a:folHlink>
          <a:srgbClr val="EAEAEA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FFCC66"/>
        </a:accent1>
        <a:accent2>
          <a:srgbClr val="0000FF"/>
        </a:accent2>
        <a:accent3>
          <a:srgbClr val="FFFFFF"/>
        </a:accent3>
        <a:accent4>
          <a:srgbClr val="000000"/>
        </a:accent4>
        <a:accent5>
          <a:srgbClr val="FFE2B9"/>
        </a:accent5>
        <a:accent6>
          <a:srgbClr val="0000E5"/>
        </a:accent6>
        <a:hlink>
          <a:srgbClr val="CC00CC"/>
        </a:hlink>
        <a:folHlink>
          <a:srgbClr val="C0C0C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C0C0C0"/>
        </a:accent1>
        <a:accent2>
          <a:srgbClr val="0066FF"/>
        </a:accent2>
        <a:accent3>
          <a:srgbClr val="FFFFFF"/>
        </a:accent3>
        <a:accent4>
          <a:srgbClr val="000000"/>
        </a:accent4>
        <a:accent5>
          <a:srgbClr val="DCDCDC"/>
        </a:accent5>
        <a:accent6>
          <a:srgbClr val="005BE5"/>
        </a:accent6>
        <a:hlink>
          <a:srgbClr val="FF0000"/>
        </a:hlink>
        <a:folHlink>
          <a:srgbClr val="00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3399FF"/>
        </a:accent1>
        <a:accent2>
          <a:srgbClr val="99FFCC"/>
        </a:accent2>
        <a:accent3>
          <a:srgbClr val="FFFFFF"/>
        </a:accent3>
        <a:accent4>
          <a:srgbClr val="000000"/>
        </a:accent4>
        <a:accent5>
          <a:srgbClr val="ADCAFF"/>
        </a:accent5>
        <a:accent6>
          <a:srgbClr val="89E5B7"/>
        </a:accent6>
        <a:hlink>
          <a:srgbClr val="CC00CC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7"/>
      </a:accent6>
      <a:hlink>
        <a:srgbClr val="CCCCFF"/>
      </a:hlink>
      <a:folHlink>
        <a:srgbClr val="B2B2B2"/>
      </a:folHlink>
    </a:clrScheme>
    <a:fontScheme name="Cambria-Calibri">
      <a:majorFont>
        <a:latin typeface="Cambria"/>
        <a:ea typeface=""/>
        <a:cs typeface=""/>
        <a:font script="Jpan" typeface="ＭＳ 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明朝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2007-2010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atMod val="350000"/>
                <a:shade val="99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Документ" ma:contentTypeID="0x010100CB973167729B9844A7328B341F515C98" ma:contentTypeVersion="12" ma:contentTypeDescription="Создание документа." ma:contentTypeScope="" ma:versionID="d6ee7b10c34e512e5b0e393e1ebaa933">
  <xsd:schema xmlns:xsd="http://www.w3.org/2001/XMLSchema" xmlns:xs="http://www.w3.org/2001/XMLSchema" xmlns:p="http://schemas.microsoft.com/office/2006/metadata/properties" xmlns:ns2="d6ce6581-db8d-4dc6-8601-0a8e8076c593" xmlns:ns3="bbbe7e71-a692-48df-be9d-e5dc64190325" targetNamespace="http://schemas.microsoft.com/office/2006/metadata/properties" ma:root="true" ma:fieldsID="0b92462fc06dbb24bfa1325724e44fec" ns2:_="" ns3:_="">
    <xsd:import namespace="d6ce6581-db8d-4dc6-8601-0a8e8076c593"/>
    <xsd:import namespace="bbbe7e71-a692-48df-be9d-e5dc64190325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SearchProperties" minOccurs="0"/>
                <xsd:element ref="ns2:MediaServiceDateTaken" minOccurs="0"/>
                <xsd:element ref="ns2:MediaServiceObjectDetectorVersions" minOccurs="0"/>
                <xsd:element ref="ns2:MediaServiceGenerationTime" minOccurs="0"/>
                <xsd:element ref="ns2:MediaServiceEventHashCode" minOccurs="0"/>
                <xsd:element ref="ns2:MediaLengthInSeconds" minOccurs="0"/>
                <xsd:element ref="ns2:lcf76f155ced4ddcb4097134ff3c332f" minOccurs="0"/>
                <xsd:element ref="ns3:TaxCatchAll" minOccurs="0"/>
                <xsd:element ref="ns2:MediaServiceOCR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d6ce6581-db8d-4dc6-8601-0a8e8076c593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0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DateTaken" ma:index="11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MediaServiceObjectDetectorVersions" ma:index="12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MediaServiceGenerationTime" ma:index="13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4" nillable="true" ma:displayName="MediaServiceEventHashCode" ma:hidden="true" ma:internalName="MediaServiceEventHashCode" ma:readOnly="true">
      <xsd:simpleType>
        <xsd:restriction base="dms:Text"/>
      </xsd:simpleType>
    </xsd:element>
    <xsd:element name="MediaLengthInSeconds" ma:index="15" nillable="true" ma:displayName="MediaLengthInSeconds" ma:hidden="true" ma:internalName="MediaLengthInSeconds" ma:readOnly="true">
      <xsd:simpleType>
        <xsd:restriction base="dms:Unknown"/>
      </xsd:simpleType>
    </xsd:element>
    <xsd:element name="lcf76f155ced4ddcb4097134ff3c332f" ma:index="17" nillable="true" ma:taxonomy="true" ma:internalName="lcf76f155ced4ddcb4097134ff3c332f" ma:taxonomyFieldName="MediaServiceImageTags" ma:displayName="Теги изображений" ma:readOnly="false" ma:fieldId="{5cf76f15-5ced-4ddc-b409-7134ff3c332f}" ma:taxonomyMulti="true" ma:sspId="168b2bcd-3960-4df8-afb5-1b38f073375d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OCR" ma:index="19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bbbe7e71-a692-48df-be9d-e5dc64190325" elementFormDefault="qualified">
    <xsd:import namespace="http://schemas.microsoft.com/office/2006/documentManagement/types"/>
    <xsd:import namespace="http://schemas.microsoft.com/office/infopath/2007/PartnerControls"/>
    <xsd:element name="TaxCatchAll" ma:index="18" nillable="true" ma:displayName="Taxonomy Catch All Column" ma:hidden="true" ma:list="{92df2618-9916-4c02-9aa1-42dcc332f6bf}" ma:internalName="TaxCatchAll" ma:showField="CatchAllData" ma:web="bbbe7e71-a692-48df-be9d-e5dc64190325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Тип контента"/>
        <xsd:element ref="dc:title" minOccurs="0" maxOccurs="1" ma:index="4" ma:displayName="Название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TaxCatchAll xmlns="bbbe7e71-a692-48df-be9d-e5dc64190325" xsi:nil="true"/>
    <lcf76f155ced4ddcb4097134ff3c332f xmlns="d6ce6581-db8d-4dc6-8601-0a8e8076c593">
      <Terms xmlns="http://schemas.microsoft.com/office/infopath/2007/PartnerControls"/>
    </lcf76f155ced4ddcb4097134ff3c332f>
  </documentManagement>
</p:properties>
</file>

<file path=customXml/itemProps1.xml><?xml version="1.0" encoding="utf-8"?>
<ds:datastoreItem xmlns:ds="http://schemas.openxmlformats.org/officeDocument/2006/customXml" ds:itemID="{27C1812B-E2F9-408F-B96B-F4AC3F4D4C2D}"/>
</file>

<file path=customXml/itemProps2.xml><?xml version="1.0" encoding="utf-8"?>
<ds:datastoreItem xmlns:ds="http://schemas.openxmlformats.org/officeDocument/2006/customXml" ds:itemID="{C383C9B0-2550-4A1B-AA72-949323CC0912}"/>
</file>

<file path=customXml/itemProps3.xml><?xml version="1.0" encoding="utf-8"?>
<ds:datastoreItem xmlns:ds="http://schemas.openxmlformats.org/officeDocument/2006/customXml" ds:itemID="{3EEF90DD-B813-45A3-BCB4-3DAE4E0E0170}"/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9907</Words>
  <Application>WPS Presentation</Application>
  <PresentationFormat/>
  <Paragraphs>183</Paragraphs>
  <Slides>24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9</vt:i4>
      </vt:variant>
      <vt:variant>
        <vt:lpstr>主题</vt:lpstr>
      </vt:variant>
      <vt:variant>
        <vt:i4>2</vt:i4>
      </vt:variant>
      <vt:variant>
        <vt:lpstr>幻灯片标题</vt:lpstr>
      </vt:variant>
      <vt:variant>
        <vt:i4>24</vt:i4>
      </vt:variant>
    </vt:vector>
  </HeadingPairs>
  <TitlesOfParts>
    <vt:vector size="35" baseType="lpstr">
      <vt:lpstr>Arial</vt:lpstr>
      <vt:lpstr>SimSun</vt:lpstr>
      <vt:lpstr>Wingdings</vt:lpstr>
      <vt:lpstr>Times New Roman</vt:lpstr>
      <vt:lpstr>Microsoft YaHei</vt:lpstr>
      <vt:lpstr>Arial Black</vt:lpstr>
      <vt:lpstr>Arial Unicode MS</vt:lpstr>
      <vt:lpstr>Roboto</vt:lpstr>
      <vt:lpstr>Arial Unicode MS</vt:lpstr>
      <vt:lpstr/>
      <vt:lpstr/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cp:lastModifiedBy>Alex</cp:lastModifiedBy>
  <cp:revision>23</cp:revision>
  <dcterms:created xsi:type="dcterms:W3CDTF">2005-09-22T16:26:00Z</dcterms:created>
  <dcterms:modified xsi:type="dcterms:W3CDTF">2026-02-24T11:20:07Z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F22F1189AEEE438287263304A0CCCF2C_12</vt:lpwstr>
  </property>
  <property fmtid="{D5CDD505-2E9C-101B-9397-08002B2CF9AE}" pid="3" name="KSOProductBuildVer">
    <vt:lpwstr>1033-12.2.0.23155</vt:lpwstr>
  </property>
  <property fmtid="{D5CDD505-2E9C-101B-9397-08002B2CF9AE}" pid="4" name="ContentTypeId">
    <vt:lpwstr>0x010100CB973167729B9844A7328B341F515C98</vt:lpwstr>
  </property>
</Properties>
</file>